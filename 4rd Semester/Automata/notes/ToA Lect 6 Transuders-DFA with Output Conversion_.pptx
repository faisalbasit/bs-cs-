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7" r:id="rId2"/>
    <p:sldId id="259" r:id="rId3"/>
    <p:sldId id="287" r:id="rId4"/>
    <p:sldId id="291" r:id="rId5"/>
    <p:sldId id="292" r:id="rId6"/>
    <p:sldId id="293" r:id="rId7"/>
    <p:sldId id="294" r:id="rId8"/>
    <p:sldId id="288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6" r:id="rId18"/>
    <p:sldId id="307" r:id="rId19"/>
    <p:sldId id="308" r:id="rId20"/>
    <p:sldId id="305" r:id="rId21"/>
    <p:sldId id="309" r:id="rId22"/>
    <p:sldId id="310" r:id="rId23"/>
    <p:sldId id="311" r:id="rId24"/>
    <p:sldId id="316" r:id="rId25"/>
    <p:sldId id="312" r:id="rId26"/>
    <p:sldId id="313" r:id="rId27"/>
    <p:sldId id="314" r:id="rId28"/>
    <p:sldId id="315" r:id="rId29"/>
    <p:sldId id="317" r:id="rId30"/>
    <p:sldId id="31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4660"/>
  </p:normalViewPr>
  <p:slideViewPr>
    <p:cSldViewPr snapToGrid="0">
      <p:cViewPr>
        <p:scale>
          <a:sx n="70" d="100"/>
          <a:sy n="70" d="100"/>
        </p:scale>
        <p:origin x="-528" y="-9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9EBA8-DDA1-4AB3-B07E-8AA6C4D205AC}" type="datetimeFigureOut">
              <a:rPr lang="en-US" smtClean="0"/>
              <a:pPr/>
              <a:t>12/23/2021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64BAD-4C6F-4963-9982-EA3E7F549A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B22B-F392-4B25-AB04-0A5AAD448F9C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6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BD49-2BAF-4B95-86E0-118A92E5E563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EE944-CDEE-4D0D-A847-C60B84B72808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EAB84-7F29-494F-ADE2-A98E6EFD2F7B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8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F32E-3F89-4168-AFD8-A604666AC102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4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0857-0DE5-41E8-B03F-8919884F36FC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9B9F-4709-4E7A-A91A-C4C980098F49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0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14C3-4346-4F5B-861E-A1A0641A9428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0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7D17-787E-4508-8684-BE220DC9491E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8AF0-6F54-48F0-84DD-8981FD128CDC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1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AE74-0E77-4AF9-A65B-78E647684C61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30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F2074-D7C2-4DFE-B201-6B2F5B874030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034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2D29A-28BE-4E69-A65A-4D7B03795170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47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53BE3-AD7C-4DFA-8E74-D64362321A0C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48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E7AC6-8E32-4991-87BE-E815C5FC85F7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2D84-5099-469C-885E-3D9EDC2AB8E0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52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7865-681A-43C5-AC62-12B2C76D9845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9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EC87C72-48BC-46D9-818F-5C441AA70BC9}" type="datetime1">
              <a:rPr lang="en-US" smtClean="0"/>
              <a:pPr/>
              <a:t>12/23/2021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42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30FC02-A163-4881-AB92-5D58261BA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729" y="1192697"/>
            <a:ext cx="8825658" cy="4287050"/>
          </a:xfrm>
        </p:spPr>
        <p:txBody>
          <a:bodyPr/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Automata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Languages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CS-214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7999725-D0CC-406C-B9E2-9CEA777B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5AAD019-5575-4FDF-9A25-A21EAAA04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" y="0"/>
            <a:ext cx="1562983" cy="1562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6837D31-6D79-4AFC-9E3E-AE054EE8D669}"/>
              </a:ext>
            </a:extLst>
          </p:cNvPr>
          <p:cNvSpPr txBox="1"/>
          <p:nvPr/>
        </p:nvSpPr>
        <p:spPr>
          <a:xfrm>
            <a:off x="1603663" y="111063"/>
            <a:ext cx="7631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 Syed University of Engineering &amp; Technology, Karachi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475DEA5-836A-4454-AEBE-DB7FDA57F650}"/>
              </a:ext>
            </a:extLst>
          </p:cNvPr>
          <p:cNvSpPr txBox="1"/>
          <p:nvPr/>
        </p:nvSpPr>
        <p:spPr>
          <a:xfrm>
            <a:off x="199693" y="6210779"/>
            <a:ext cx="83199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– 2019                              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2246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22AE27-8E85-4CCC-BA01-8559F511D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938" y="2782957"/>
            <a:ext cx="8825658" cy="1000511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US" sz="6000" dirty="0" smtClean="0">
                <a:latin typeface="Algerian" panose="04020705040A02060702" pitchFamily="82" charset="0"/>
                <a:cs typeface="Times New Roman" panose="02020603050405020304" pitchFamily="18" charset="0"/>
              </a:rPr>
              <a:t>Session-13</a:t>
            </a:r>
            <a:endParaRPr lang="en-US" sz="60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1545371-F2D1-481F-AF9E-B538D3430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0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Mo Example:-1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39" y="1494969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0 with start state, if there is no incoming edge.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671942" y="127703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8248861" y="1734233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9586901" y="1745608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81878" y="137279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806152" y="299519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352611" y="1270622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9167232" y="2217089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92055" y="208249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11923" y="154555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47720" y="139943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420083" y="210257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7158180" y="389732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3" name="Straight Arrow Connector 82"/>
          <p:cNvCxnSpPr>
            <a:endCxn id="82" idx="2"/>
          </p:cNvCxnSpPr>
          <p:nvPr/>
        </p:nvCxnSpPr>
        <p:spPr>
          <a:xfrm>
            <a:off x="6735099" y="435452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8073139" y="436589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168116" y="399308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292390" y="5615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838849" y="389091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8" name="Straight Arrow Connector 87"/>
          <p:cNvCxnSpPr>
            <a:endCxn id="86" idx="1"/>
          </p:cNvCxnSpPr>
          <p:nvPr/>
        </p:nvCxnSpPr>
        <p:spPr>
          <a:xfrm>
            <a:off x="7653470" y="4837380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778293" y="47027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98161" y="416584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233958" y="40197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906321" y="472286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581219" y="416912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11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8" grpId="0"/>
      <p:bldP spid="39" grpId="0" animBg="1"/>
      <p:bldP spid="40" grpId="0" animBg="1"/>
      <p:bldP spid="42" grpId="0"/>
      <p:bldP spid="60" grpId="0"/>
      <p:bldP spid="65" grpId="0"/>
      <p:bldP spid="66" grpId="0"/>
      <p:bldP spid="82" grpId="0" animBg="1"/>
      <p:bldP spid="85" grpId="0"/>
      <p:bldP spid="86" grpId="0" animBg="1"/>
      <p:bldP spid="87" grpId="0" animBg="1"/>
      <p:bldP spid="89" grpId="0"/>
      <p:bldP spid="90" grpId="0"/>
      <p:bldP spid="91" grpId="0"/>
      <p:bldP spid="92" grpId="0"/>
      <p:bldP spid="9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Mo Example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:-1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39" y="1494969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0 with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incoming edges with the state.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671942" y="127703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8248861" y="1734233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9586901" y="1745608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81878" y="137279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806152" y="299519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352611" y="1270622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9167232" y="2217089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92055" y="208249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11923" y="154555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47720" y="139943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420083" y="210257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7158180" y="389732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3" name="Straight Arrow Connector 82"/>
          <p:cNvCxnSpPr>
            <a:endCxn id="82" idx="2"/>
          </p:cNvCxnSpPr>
          <p:nvPr/>
        </p:nvCxnSpPr>
        <p:spPr>
          <a:xfrm>
            <a:off x="6735099" y="435452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8073139" y="436589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168116" y="399308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292390" y="5615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838849" y="389091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8" name="Straight Arrow Connector 87"/>
          <p:cNvCxnSpPr>
            <a:endCxn id="86" idx="1"/>
          </p:cNvCxnSpPr>
          <p:nvPr/>
        </p:nvCxnSpPr>
        <p:spPr>
          <a:xfrm>
            <a:off x="7653470" y="4837380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778293" y="47027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98161" y="416584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233958" y="40197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906321" y="472286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581219" y="416912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30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39" y="1494969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0 with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incoming edges with the state.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671942" y="127703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8248861" y="1734233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9586901" y="1745608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81878" y="137279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806152" y="299519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352611" y="1270622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9167232" y="2217089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92055" y="208249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11923" y="154555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47720" y="139943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420083" y="210257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7158180" y="389732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3" name="Straight Arrow Connector 82"/>
          <p:cNvCxnSpPr>
            <a:endCxn id="82" idx="2"/>
          </p:cNvCxnSpPr>
          <p:nvPr/>
        </p:nvCxnSpPr>
        <p:spPr>
          <a:xfrm>
            <a:off x="6735099" y="435452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8073139" y="436589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168116" y="399308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292390" y="5615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838849" y="389091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8" name="Straight Arrow Connector 87"/>
          <p:cNvCxnSpPr>
            <a:endCxn id="86" idx="1"/>
          </p:cNvCxnSpPr>
          <p:nvPr/>
        </p:nvCxnSpPr>
        <p:spPr>
          <a:xfrm>
            <a:off x="7653470" y="4837380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778293" y="47027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98161" y="416584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233958" y="40197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906321" y="472286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581219" y="416912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70247" y="416758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26534" y="587437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83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39" y="1494969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0 with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incoming edges with the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of edges.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671942" y="127703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8248861" y="1734233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9586901" y="1745608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81878" y="137279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806152" y="299519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352611" y="1270622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9167232" y="2217089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92055" y="208249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11923" y="154555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47720" y="139943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420083" y="210257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7158180" y="389732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3" name="Straight Arrow Connector 82"/>
          <p:cNvCxnSpPr>
            <a:endCxn id="82" idx="2"/>
          </p:cNvCxnSpPr>
          <p:nvPr/>
        </p:nvCxnSpPr>
        <p:spPr>
          <a:xfrm>
            <a:off x="6735099" y="435452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8073139" y="436589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168116" y="399308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292390" y="5615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838849" y="389091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8" name="Straight Arrow Connector 87"/>
          <p:cNvCxnSpPr>
            <a:endCxn id="86" idx="1"/>
          </p:cNvCxnSpPr>
          <p:nvPr/>
        </p:nvCxnSpPr>
        <p:spPr>
          <a:xfrm>
            <a:off x="7653470" y="4837380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778293" y="47027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98161" y="416584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233958" y="401972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906321" y="472286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581219" y="416912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70247" y="416758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26534" y="587437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88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39" y="1494969"/>
            <a:ext cx="5402054" cy="416071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0 with start state, if there is no incoming edge.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Place the output of incoming edges with the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Remove the output of edges.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8671942" y="127703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8248861" y="1734233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9586901" y="1745608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81878" y="137279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806152" y="299519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352611" y="1270622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9167232" y="2217089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92055" y="2082496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11923" y="154555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47720" y="139943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420083" y="210257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7158180" y="389732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3" name="Straight Arrow Connector 82"/>
          <p:cNvCxnSpPr>
            <a:endCxn id="82" idx="2"/>
          </p:cNvCxnSpPr>
          <p:nvPr/>
        </p:nvCxnSpPr>
        <p:spPr>
          <a:xfrm>
            <a:off x="6735099" y="4354524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8073139" y="436589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168116" y="399308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292390" y="561548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838849" y="3890913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8" name="Straight Arrow Connector 87"/>
          <p:cNvCxnSpPr>
            <a:endCxn id="86" idx="1"/>
          </p:cNvCxnSpPr>
          <p:nvPr/>
        </p:nvCxnSpPr>
        <p:spPr>
          <a:xfrm>
            <a:off x="7653470" y="4837380"/>
            <a:ext cx="774829" cy="9120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778293" y="47027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98161" y="416584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581219" y="416912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70247" y="416758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26534" y="587437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89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Mo Example: 2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092361" y="36379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287804" y="188417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992773" y="188610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35220" y="173730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50185" y="33458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08592" y="270864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73106" y="270636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0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092361" y="36379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307688" y="188241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992773" y="188610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35220" y="173730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50185" y="33458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08592" y="270864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73106" y="270636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01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992773" y="188610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35220" y="173730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50185" y="33458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08592" y="270864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73106" y="270636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30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992773" y="188610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35220" y="173730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50185" y="33458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08592" y="270864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73106" y="270636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42631" y="28428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58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50185" y="33458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73106" y="270636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42631" y="28428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99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50185" y="334588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73106" y="2692496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42631" y="28428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81690" y="277584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2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42631" y="28428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81690" y="277584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32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620" y="265632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42631" y="28428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81690" y="277584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63181" y="27799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612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54395" y="170652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Curved Up Arrow 33"/>
          <p:cNvSpPr/>
          <p:nvPr/>
        </p:nvSpPr>
        <p:spPr>
          <a:xfrm rot="10800000">
            <a:off x="5403859" y="2063042"/>
            <a:ext cx="3104730" cy="523198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032814" y="25862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>
            <a:off x="2609733" y="304344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947773" y="305481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42750" y="2682002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40852" y="250290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13483" y="257983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628442" y="304840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58159" y="267559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369446" y="301510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00136" y="262077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Arc 44"/>
          <p:cNvSpPr/>
          <p:nvPr/>
        </p:nvSpPr>
        <p:spPr>
          <a:xfrm>
            <a:off x="3164743" y="2238449"/>
            <a:ext cx="527005" cy="887105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3179093" y="1865635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7" name="Arc 46"/>
          <p:cNvSpPr/>
          <p:nvPr/>
        </p:nvSpPr>
        <p:spPr>
          <a:xfrm>
            <a:off x="4876855" y="222345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18500" y="186298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urved Down Arrow 48"/>
          <p:cNvSpPr/>
          <p:nvPr/>
        </p:nvSpPr>
        <p:spPr>
          <a:xfrm rot="10800000">
            <a:off x="3531653" y="3464586"/>
            <a:ext cx="3322741" cy="488131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8498" y="36057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Down Arrow 50"/>
          <p:cNvSpPr/>
          <p:nvPr/>
        </p:nvSpPr>
        <p:spPr>
          <a:xfrm rot="10800000">
            <a:off x="6909807" y="3392992"/>
            <a:ext cx="1462377" cy="296482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36465" y="33145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68574" y="278185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118960" y="2503314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2795" y="285476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52613" y="285463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42631" y="28428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81690" y="277584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63181" y="277997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5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63973" y="0"/>
            <a:ext cx="9404723" cy="734637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Mo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3032814" y="175518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>
            <a:endCxn id="6" idx="2"/>
          </p:cNvCxnSpPr>
          <p:nvPr/>
        </p:nvCxnSpPr>
        <p:spPr>
          <a:xfrm>
            <a:off x="2609733" y="221238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947773" y="222375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42750" y="1850942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40852" y="16718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713483" y="174877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628442" y="221734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58159" y="18445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7804" y="105311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2795" y="202370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73106" y="187530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17910" y="2223749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Arc 27"/>
          <p:cNvSpPr/>
          <p:nvPr/>
        </p:nvSpPr>
        <p:spPr>
          <a:xfrm>
            <a:off x="4876855" y="139239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992773" y="105504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54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63973" y="0"/>
            <a:ext cx="9404723" cy="734637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3032814" y="175518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>
            <a:endCxn id="6" idx="2"/>
          </p:cNvCxnSpPr>
          <p:nvPr/>
        </p:nvCxnSpPr>
        <p:spPr>
          <a:xfrm>
            <a:off x="2609733" y="221238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947773" y="222375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42750" y="1850942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40852" y="16718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713483" y="174877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628442" y="221734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58159" y="18445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7804" y="105311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2795" y="202370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73106" y="187530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17910" y="2223749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Arc 27"/>
          <p:cNvSpPr/>
          <p:nvPr/>
        </p:nvSpPr>
        <p:spPr>
          <a:xfrm>
            <a:off x="4876855" y="139239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992773" y="105504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15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63973" y="0"/>
            <a:ext cx="9404723" cy="734637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3032814" y="175518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>
            <a:endCxn id="6" idx="2"/>
          </p:cNvCxnSpPr>
          <p:nvPr/>
        </p:nvCxnSpPr>
        <p:spPr>
          <a:xfrm>
            <a:off x="2609733" y="2212381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947773" y="2223756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42750" y="1850942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40852" y="1671841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730111" y="174877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628442" y="221734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58159" y="1844531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7804" y="105311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2795" y="202370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73106" y="187530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17910" y="2223749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Arc 27"/>
          <p:cNvSpPr/>
          <p:nvPr/>
        </p:nvSpPr>
        <p:spPr>
          <a:xfrm>
            <a:off x="4876855" y="139239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992773" y="105504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2805975" y="4107260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4" name="Straight Arrow Connector 23"/>
          <p:cNvCxnSpPr>
            <a:endCxn id="22" idx="2"/>
          </p:cNvCxnSpPr>
          <p:nvPr/>
        </p:nvCxnSpPr>
        <p:spPr>
          <a:xfrm>
            <a:off x="2382894" y="4564460"/>
            <a:ext cx="42308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238863" y="438590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858319" y="3006638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852943" y="5424567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361481" y="569710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3684374" y="4880933"/>
            <a:ext cx="1173945" cy="81616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684374" y="3648504"/>
            <a:ext cx="1192481" cy="72105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104445" y="3636219"/>
            <a:ext cx="374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892507" y="5115328"/>
            <a:ext cx="374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7" name="Arc 36"/>
          <p:cNvSpPr/>
          <p:nvPr/>
        </p:nvSpPr>
        <p:spPr>
          <a:xfrm rot="17844915">
            <a:off x="4729463" y="2828121"/>
            <a:ext cx="491782" cy="902103"/>
          </a:xfrm>
          <a:prstGeom prst="arc">
            <a:avLst>
              <a:gd name="adj1" fmla="val 10656844"/>
              <a:gd name="adj2" fmla="val 0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297051" y="282197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9" name="Straight Arrow Connector 38"/>
          <p:cNvCxnSpPr>
            <a:endCxn id="27" idx="4"/>
          </p:cNvCxnSpPr>
          <p:nvPr/>
        </p:nvCxnSpPr>
        <p:spPr>
          <a:xfrm flipV="1">
            <a:off x="5322343" y="3921038"/>
            <a:ext cx="0" cy="150352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138272" y="4215602"/>
            <a:ext cx="928048" cy="9144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 / 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853070" y="3463838"/>
            <a:ext cx="1285202" cy="110062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62267" y="4543272"/>
            <a:ext cx="30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74425" y="5321368"/>
            <a:ext cx="374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19" y="3614039"/>
            <a:ext cx="374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5818279" y="4885308"/>
            <a:ext cx="1347289" cy="92499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975354" y="3241592"/>
            <a:ext cx="73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x1.1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927797" y="5701232"/>
            <a:ext cx="73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x1.2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67831" y="3231059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43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  <p:bldP spid="32" grpId="0"/>
      <p:bldP spid="35" grpId="0"/>
      <p:bldP spid="36" grpId="0"/>
      <p:bldP spid="37" grpId="0" animBg="1"/>
      <p:bldP spid="38" grpId="0"/>
      <p:bldP spid="40" grpId="0" animBg="1"/>
      <p:bldP spid="42" grpId="0"/>
      <p:bldP spid="43" grpId="0"/>
      <p:bldP spid="44" grpId="0"/>
      <p:bldP spid="48" grpId="0"/>
      <p:bldP spid="49" grpId="0"/>
      <p:bldP spid="5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50303" y="1593294"/>
            <a:ext cx="780613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 flipV="1">
            <a:off x="2635380" y="1979753"/>
            <a:ext cx="414923" cy="1365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17828" y="196610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12805" y="1593295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10907" y="1502894"/>
            <a:ext cx="820078" cy="8256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583538" y="1526673"/>
            <a:ext cx="793288" cy="8379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498497" y="1959698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528214" y="158688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239501" y="192639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270191" y="153206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87320" y="1882480"/>
            <a:ext cx="58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urved Down Arrow 50"/>
          <p:cNvSpPr/>
          <p:nvPr/>
        </p:nvSpPr>
        <p:spPr>
          <a:xfrm rot="10800000">
            <a:off x="5178378" y="2304285"/>
            <a:ext cx="3063860" cy="43114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310675" y="2344303"/>
            <a:ext cx="1243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 , b/0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438629" y="169314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7989015" y="1526673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57859" y="79546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42850" y="17660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643161" y="161766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368675" y="156761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887965" y="1966102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urved Down Arrow 55"/>
          <p:cNvSpPr/>
          <p:nvPr/>
        </p:nvSpPr>
        <p:spPr>
          <a:xfrm rot="10800000" flipV="1">
            <a:off x="3292520" y="1164797"/>
            <a:ext cx="3510079" cy="338098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713155" y="780076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2566718" y="4375861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Straight Arrow Connector 71"/>
          <p:cNvCxnSpPr>
            <a:endCxn id="71" idx="2"/>
          </p:cNvCxnSpPr>
          <p:nvPr/>
        </p:nvCxnSpPr>
        <p:spPr>
          <a:xfrm>
            <a:off x="1996204" y="4762320"/>
            <a:ext cx="57051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8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9884" y="1496920"/>
            <a:ext cx="780613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 flipV="1">
            <a:off x="2674961" y="1883379"/>
            <a:ext cx="414923" cy="1365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57409" y="186973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52386" y="1496921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50488" y="1406520"/>
            <a:ext cx="820078" cy="8256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623119" y="1430299"/>
            <a:ext cx="793288" cy="8379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538078" y="1863324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567795" y="149051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279082" y="183002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09772" y="1435693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94145" y="1797821"/>
            <a:ext cx="58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urved Down Arrow 50"/>
          <p:cNvSpPr/>
          <p:nvPr/>
        </p:nvSpPr>
        <p:spPr>
          <a:xfrm rot="10800000">
            <a:off x="5217959" y="2207911"/>
            <a:ext cx="3063860" cy="43114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350256" y="2247929"/>
            <a:ext cx="1243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 , b/0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478210" y="159677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028596" y="1430299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97440" y="69909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82431" y="166968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682742" y="152128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08256" y="147124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27546" y="1869728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urved Down Arrow 55"/>
          <p:cNvSpPr/>
          <p:nvPr/>
        </p:nvSpPr>
        <p:spPr>
          <a:xfrm rot="10800000" flipV="1">
            <a:off x="3332101" y="1117841"/>
            <a:ext cx="3510079" cy="28867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30370" y="758674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2566718" y="4454008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Straight Arrow Connector 71"/>
          <p:cNvCxnSpPr>
            <a:endCxn id="71" idx="2"/>
          </p:cNvCxnSpPr>
          <p:nvPr/>
        </p:nvCxnSpPr>
        <p:spPr>
          <a:xfrm>
            <a:off x="1996204" y="4840467"/>
            <a:ext cx="57051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613702" y="3500939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X1.1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623119" y="5618617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X1.2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>
            <a:endCxn id="30" idx="2"/>
          </p:cNvCxnSpPr>
          <p:nvPr/>
        </p:nvCxnSpPr>
        <p:spPr>
          <a:xfrm>
            <a:off x="3382431" y="5101012"/>
            <a:ext cx="1240688" cy="90406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3442668" y="4049646"/>
            <a:ext cx="1164255" cy="57596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76445" y="5366637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20358" y="3992112"/>
            <a:ext cx="327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30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9884" y="1496920"/>
            <a:ext cx="780613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 flipV="1">
            <a:off x="2674961" y="1883379"/>
            <a:ext cx="414923" cy="1365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57409" y="186973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52386" y="1496921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50488" y="1406520"/>
            <a:ext cx="820078" cy="8256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623119" y="1430299"/>
            <a:ext cx="793288" cy="8379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538078" y="1863324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567795" y="149051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279082" y="183002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09772" y="1435693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94145" y="1797821"/>
            <a:ext cx="58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urved Down Arrow 50"/>
          <p:cNvSpPr/>
          <p:nvPr/>
        </p:nvSpPr>
        <p:spPr>
          <a:xfrm rot="10800000">
            <a:off x="5217959" y="2207911"/>
            <a:ext cx="3063860" cy="43114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350256" y="2247929"/>
            <a:ext cx="1243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 , b/0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478210" y="159677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028596" y="1430299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97440" y="69909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82431" y="166968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682742" y="152128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08256" y="147124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27546" y="1869728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urved Down Arrow 55"/>
          <p:cNvSpPr/>
          <p:nvPr/>
        </p:nvSpPr>
        <p:spPr>
          <a:xfrm rot="10800000" flipV="1">
            <a:off x="3332101" y="1117841"/>
            <a:ext cx="3510079" cy="28867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30370" y="758674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2566718" y="4454008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Straight Arrow Connector 71"/>
          <p:cNvCxnSpPr>
            <a:endCxn id="71" idx="2"/>
          </p:cNvCxnSpPr>
          <p:nvPr/>
        </p:nvCxnSpPr>
        <p:spPr>
          <a:xfrm>
            <a:off x="1996204" y="4840467"/>
            <a:ext cx="57051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613702" y="3500939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X1.1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623119" y="5618617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X1.2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>
            <a:endCxn id="30" idx="2"/>
          </p:cNvCxnSpPr>
          <p:nvPr/>
        </p:nvCxnSpPr>
        <p:spPr>
          <a:xfrm>
            <a:off x="3382431" y="5101012"/>
            <a:ext cx="1240688" cy="90406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3442668" y="4049646"/>
            <a:ext cx="1164255" cy="57596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76445" y="5366637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20358" y="3992112"/>
            <a:ext cx="327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820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9884" y="1496920"/>
            <a:ext cx="780613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 flipV="1">
            <a:off x="2674961" y="1883379"/>
            <a:ext cx="414923" cy="1365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57409" y="186973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52386" y="1496921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50488" y="1406520"/>
            <a:ext cx="820078" cy="8256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623119" y="1430299"/>
            <a:ext cx="793288" cy="8379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538078" y="1863324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567795" y="149051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279082" y="183002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09772" y="1435693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94145" y="1797821"/>
            <a:ext cx="58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urved Down Arrow 50"/>
          <p:cNvSpPr/>
          <p:nvPr/>
        </p:nvSpPr>
        <p:spPr>
          <a:xfrm rot="10800000">
            <a:off x="5217959" y="2207911"/>
            <a:ext cx="3063860" cy="43114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350256" y="2247929"/>
            <a:ext cx="1243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 , b/0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478210" y="159677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028596" y="1430299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97440" y="69909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82431" y="166968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682742" y="152128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08256" y="147124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27546" y="1869728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urved Down Arrow 55"/>
          <p:cNvSpPr/>
          <p:nvPr/>
        </p:nvSpPr>
        <p:spPr>
          <a:xfrm rot="10800000" flipV="1">
            <a:off x="3332101" y="1117841"/>
            <a:ext cx="3510079" cy="28867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30370" y="758674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2566718" y="4454008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Straight Arrow Connector 71"/>
          <p:cNvCxnSpPr>
            <a:endCxn id="71" idx="2"/>
          </p:cNvCxnSpPr>
          <p:nvPr/>
        </p:nvCxnSpPr>
        <p:spPr>
          <a:xfrm>
            <a:off x="1996204" y="4840467"/>
            <a:ext cx="57051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613702" y="3500939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X1.1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623119" y="5618617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X1.2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>
            <a:endCxn id="30" idx="2"/>
          </p:cNvCxnSpPr>
          <p:nvPr/>
        </p:nvCxnSpPr>
        <p:spPr>
          <a:xfrm>
            <a:off x="3382431" y="5101012"/>
            <a:ext cx="1240688" cy="90406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3442668" y="4049646"/>
            <a:ext cx="1164255" cy="57596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76445" y="5366637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20358" y="3992112"/>
            <a:ext cx="327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058802" y="4515695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00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9884" y="1496920"/>
            <a:ext cx="780613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 flipV="1">
            <a:off x="2674961" y="1883379"/>
            <a:ext cx="414923" cy="1365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57409" y="186973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52386" y="1496921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50488" y="1406520"/>
            <a:ext cx="820078" cy="8256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623119" y="1430299"/>
            <a:ext cx="793288" cy="8379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538078" y="1863324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567795" y="149051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279082" y="183002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09772" y="1435693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94145" y="1797821"/>
            <a:ext cx="58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urved Down Arrow 50"/>
          <p:cNvSpPr/>
          <p:nvPr/>
        </p:nvSpPr>
        <p:spPr>
          <a:xfrm rot="10800000">
            <a:off x="5217959" y="2207911"/>
            <a:ext cx="3063860" cy="43114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350256" y="2247929"/>
            <a:ext cx="1243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 , b/0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478210" y="159677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028596" y="1430299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97440" y="69909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82431" y="166968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682742" y="152128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08256" y="147124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27546" y="1869728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urved Down Arrow 55"/>
          <p:cNvSpPr/>
          <p:nvPr/>
        </p:nvSpPr>
        <p:spPr>
          <a:xfrm rot="10800000" flipV="1">
            <a:off x="3332101" y="1117841"/>
            <a:ext cx="3510079" cy="28867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30370" y="758674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2566718" y="4454008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Straight Arrow Connector 71"/>
          <p:cNvCxnSpPr>
            <a:endCxn id="71" idx="2"/>
          </p:cNvCxnSpPr>
          <p:nvPr/>
        </p:nvCxnSpPr>
        <p:spPr>
          <a:xfrm>
            <a:off x="1996204" y="4840467"/>
            <a:ext cx="57051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613702" y="3500939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X1.1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623119" y="5618617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X1.2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>
            <a:endCxn id="30" idx="2"/>
          </p:cNvCxnSpPr>
          <p:nvPr/>
        </p:nvCxnSpPr>
        <p:spPr>
          <a:xfrm>
            <a:off x="3382431" y="5101012"/>
            <a:ext cx="1240688" cy="90406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3442668" y="4049646"/>
            <a:ext cx="1164255" cy="57596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76445" y="5366637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20358" y="3992112"/>
            <a:ext cx="327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058802" y="4515695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5597671" y="3998089"/>
            <a:ext cx="1530709" cy="73768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34" idx="3"/>
          </p:cNvCxnSpPr>
          <p:nvPr/>
        </p:nvCxnSpPr>
        <p:spPr>
          <a:xfrm flipV="1">
            <a:off x="5729667" y="5175421"/>
            <a:ext cx="1485692" cy="73118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99390" y="3960408"/>
            <a:ext cx="642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251534" y="5506492"/>
            <a:ext cx="642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76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9884" y="1496920"/>
            <a:ext cx="780613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 flipV="1">
            <a:off x="2674961" y="1883379"/>
            <a:ext cx="414923" cy="1365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57409" y="186973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52386" y="1496921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50488" y="1406520"/>
            <a:ext cx="820078" cy="8256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623119" y="1430299"/>
            <a:ext cx="793288" cy="8379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538078" y="1863324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567795" y="149051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279082" y="183002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09772" y="1435693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94145" y="1797821"/>
            <a:ext cx="58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urved Down Arrow 50"/>
          <p:cNvSpPr/>
          <p:nvPr/>
        </p:nvSpPr>
        <p:spPr>
          <a:xfrm rot="10800000">
            <a:off x="5217959" y="2207911"/>
            <a:ext cx="3063860" cy="43114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350256" y="2247929"/>
            <a:ext cx="1243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 , b/0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478210" y="159677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028596" y="1430299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97440" y="69909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82431" y="166968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682742" y="152128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08256" y="147124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27546" y="1869728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urved Down Arrow 55"/>
          <p:cNvSpPr/>
          <p:nvPr/>
        </p:nvSpPr>
        <p:spPr>
          <a:xfrm rot="10800000" flipV="1">
            <a:off x="3332101" y="1117841"/>
            <a:ext cx="3510079" cy="28867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30370" y="758674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2566718" y="4454008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Straight Arrow Connector 71"/>
          <p:cNvCxnSpPr>
            <a:endCxn id="71" idx="2"/>
          </p:cNvCxnSpPr>
          <p:nvPr/>
        </p:nvCxnSpPr>
        <p:spPr>
          <a:xfrm>
            <a:off x="1996204" y="4840467"/>
            <a:ext cx="57051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613702" y="3500939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X1.1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623119" y="5618617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X1.2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>
            <a:endCxn id="30" idx="2"/>
          </p:cNvCxnSpPr>
          <p:nvPr/>
        </p:nvCxnSpPr>
        <p:spPr>
          <a:xfrm>
            <a:off x="3382431" y="5101012"/>
            <a:ext cx="1240688" cy="90406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3442668" y="4049646"/>
            <a:ext cx="1164255" cy="57596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76445" y="5366637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20358" y="3992112"/>
            <a:ext cx="327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058802" y="4515695"/>
            <a:ext cx="87191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5597671" y="3998089"/>
            <a:ext cx="1530709" cy="73768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34" idx="3"/>
          </p:cNvCxnSpPr>
          <p:nvPr/>
        </p:nvCxnSpPr>
        <p:spPr>
          <a:xfrm flipV="1">
            <a:off x="5729667" y="5175421"/>
            <a:ext cx="1456823" cy="73118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99390" y="3960408"/>
            <a:ext cx="642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251534" y="5506492"/>
            <a:ext cx="642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1" name="Straight Arrow Connector 60"/>
          <p:cNvCxnSpPr>
            <a:stCxn id="34" idx="2"/>
            <a:endCxn id="71" idx="6"/>
          </p:cNvCxnSpPr>
          <p:nvPr/>
        </p:nvCxnSpPr>
        <p:spPr>
          <a:xfrm flipH="1" flipV="1">
            <a:off x="3458667" y="4840467"/>
            <a:ext cx="3600135" cy="61687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087140" y="4795538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54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9884" y="1496920"/>
            <a:ext cx="780613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 flipV="1">
            <a:off x="2674961" y="1883379"/>
            <a:ext cx="414923" cy="1365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57409" y="186973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52386" y="1496921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50488" y="1406520"/>
            <a:ext cx="820078" cy="8256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623119" y="1430299"/>
            <a:ext cx="793288" cy="8379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538078" y="1863324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567795" y="149051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279082" y="183002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09772" y="1435693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94145" y="1797821"/>
            <a:ext cx="58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urved Down Arrow 50"/>
          <p:cNvSpPr/>
          <p:nvPr/>
        </p:nvSpPr>
        <p:spPr>
          <a:xfrm rot="10800000">
            <a:off x="5217959" y="2207911"/>
            <a:ext cx="3063860" cy="43114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350256" y="2247929"/>
            <a:ext cx="1243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 , b/0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478210" y="159677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028596" y="1430299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97440" y="69909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82431" y="166968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682742" y="152128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08256" y="147124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27546" y="1869728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urved Down Arrow 55"/>
          <p:cNvSpPr/>
          <p:nvPr/>
        </p:nvSpPr>
        <p:spPr>
          <a:xfrm rot="10800000" flipV="1">
            <a:off x="3332101" y="1117841"/>
            <a:ext cx="3510079" cy="28867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30370" y="758674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2566718" y="4454008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Straight Arrow Connector 71"/>
          <p:cNvCxnSpPr>
            <a:endCxn id="71" idx="2"/>
          </p:cNvCxnSpPr>
          <p:nvPr/>
        </p:nvCxnSpPr>
        <p:spPr>
          <a:xfrm>
            <a:off x="1996204" y="4840467"/>
            <a:ext cx="57051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613702" y="3500939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X1.1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623119" y="5618617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X1.2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>
            <a:endCxn id="30" idx="2"/>
          </p:cNvCxnSpPr>
          <p:nvPr/>
        </p:nvCxnSpPr>
        <p:spPr>
          <a:xfrm>
            <a:off x="3382431" y="5101012"/>
            <a:ext cx="1240688" cy="90406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3442668" y="4049646"/>
            <a:ext cx="1164255" cy="57596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76445" y="5366637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20358" y="3992112"/>
            <a:ext cx="327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058802" y="4515695"/>
            <a:ext cx="87191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5597671" y="3998089"/>
            <a:ext cx="1530709" cy="73768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34" idx="3"/>
          </p:cNvCxnSpPr>
          <p:nvPr/>
        </p:nvCxnSpPr>
        <p:spPr>
          <a:xfrm flipV="1">
            <a:off x="5729667" y="5175421"/>
            <a:ext cx="1456823" cy="73118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99390" y="3960408"/>
            <a:ext cx="642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251534" y="5506492"/>
            <a:ext cx="642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9341056" y="4486278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2" name="Straight Arrow Connector 61"/>
          <p:cNvCxnSpPr/>
          <p:nvPr/>
        </p:nvCxnSpPr>
        <p:spPr>
          <a:xfrm flipV="1">
            <a:off x="7989924" y="4840467"/>
            <a:ext cx="1351132" cy="6168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393408" y="44540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74128" y="46746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flipH="1" flipV="1">
            <a:off x="3458667" y="4840467"/>
            <a:ext cx="3600135" cy="61687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087140" y="4795538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4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9884" y="1496920"/>
            <a:ext cx="780613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 flipV="1">
            <a:off x="2674961" y="1883379"/>
            <a:ext cx="414923" cy="1365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57409" y="186973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52386" y="1496921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50488" y="1406520"/>
            <a:ext cx="820078" cy="8256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623119" y="1430299"/>
            <a:ext cx="793288" cy="8379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538078" y="1863324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567795" y="149051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279082" y="183002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09772" y="1435693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94145" y="1797821"/>
            <a:ext cx="58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urved Down Arrow 50"/>
          <p:cNvSpPr/>
          <p:nvPr/>
        </p:nvSpPr>
        <p:spPr>
          <a:xfrm rot="10800000">
            <a:off x="5217959" y="2207911"/>
            <a:ext cx="3063860" cy="43114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350256" y="2247929"/>
            <a:ext cx="1243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 , b/0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478210" y="159677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028596" y="1430299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97440" y="69909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82431" y="166968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682742" y="152128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08256" y="147124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27546" y="1869728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urved Down Arrow 55"/>
          <p:cNvSpPr/>
          <p:nvPr/>
        </p:nvSpPr>
        <p:spPr>
          <a:xfrm rot="10800000" flipV="1">
            <a:off x="3332101" y="1117841"/>
            <a:ext cx="3510079" cy="28867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30370" y="758674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2566718" y="4454008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Straight Arrow Connector 71"/>
          <p:cNvCxnSpPr>
            <a:endCxn id="71" idx="2"/>
          </p:cNvCxnSpPr>
          <p:nvPr/>
        </p:nvCxnSpPr>
        <p:spPr>
          <a:xfrm>
            <a:off x="1996204" y="4840467"/>
            <a:ext cx="57051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613702" y="3500939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X1.1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623119" y="5618617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X1.2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>
            <a:endCxn id="30" idx="2"/>
          </p:cNvCxnSpPr>
          <p:nvPr/>
        </p:nvCxnSpPr>
        <p:spPr>
          <a:xfrm>
            <a:off x="3382431" y="5101012"/>
            <a:ext cx="1240688" cy="90406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3442668" y="4049646"/>
            <a:ext cx="1164255" cy="57596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76445" y="5366637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20358" y="3992112"/>
            <a:ext cx="327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058802" y="4515695"/>
            <a:ext cx="87191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5694544" y="4011737"/>
            <a:ext cx="1391554" cy="73768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34" idx="3"/>
          </p:cNvCxnSpPr>
          <p:nvPr/>
        </p:nvCxnSpPr>
        <p:spPr>
          <a:xfrm flipV="1">
            <a:off x="5729667" y="5175421"/>
            <a:ext cx="1456823" cy="73118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99390" y="3960408"/>
            <a:ext cx="642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251534" y="5506492"/>
            <a:ext cx="642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9341056" y="4486278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2" name="Straight Arrow Connector 61"/>
          <p:cNvCxnSpPr/>
          <p:nvPr/>
        </p:nvCxnSpPr>
        <p:spPr>
          <a:xfrm flipV="1">
            <a:off x="7989924" y="4840467"/>
            <a:ext cx="1351132" cy="6168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393408" y="44540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74128" y="46746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flipH="1" flipV="1">
            <a:off x="3458667" y="4840467"/>
            <a:ext cx="3600135" cy="61687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087140" y="4795538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Curved Down Arrow 66"/>
          <p:cNvSpPr/>
          <p:nvPr/>
        </p:nvSpPr>
        <p:spPr>
          <a:xfrm rot="11584053" flipV="1">
            <a:off x="5513197" y="3605556"/>
            <a:ext cx="4099336" cy="45256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Curved Down Arrow 67"/>
          <p:cNvSpPr/>
          <p:nvPr/>
        </p:nvSpPr>
        <p:spPr>
          <a:xfrm rot="10130105">
            <a:off x="5533999" y="5762955"/>
            <a:ext cx="4201517" cy="504024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674361" y="5882373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767077" y="3300884"/>
            <a:ext cx="327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14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73" grpId="0"/>
      <p:bldP spid="7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9884" y="1496920"/>
            <a:ext cx="780613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 flipV="1">
            <a:off x="2674961" y="1883379"/>
            <a:ext cx="414923" cy="1365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57409" y="186973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52386" y="1496921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50488" y="1406520"/>
            <a:ext cx="820078" cy="8256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623119" y="1430299"/>
            <a:ext cx="793288" cy="8379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538078" y="1863324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567795" y="1490510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279082" y="1830025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09772" y="1435693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94145" y="1797821"/>
            <a:ext cx="58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urved Down Arrow 50"/>
          <p:cNvSpPr/>
          <p:nvPr/>
        </p:nvSpPr>
        <p:spPr>
          <a:xfrm rot="10800000">
            <a:off x="5217959" y="2207911"/>
            <a:ext cx="3063860" cy="43114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350256" y="2247929"/>
            <a:ext cx="1243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,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478210" y="159677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028596" y="1430299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97440" y="699091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82431" y="1669680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682742" y="1521288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08256" y="1471243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27546" y="1869728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urved Down Arrow 55"/>
          <p:cNvSpPr/>
          <p:nvPr/>
        </p:nvSpPr>
        <p:spPr>
          <a:xfrm rot="10800000" flipV="1">
            <a:off x="3332101" y="1117841"/>
            <a:ext cx="3510079" cy="28867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30370" y="758674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2566718" y="4454008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Straight Arrow Connector 71"/>
          <p:cNvCxnSpPr>
            <a:endCxn id="71" idx="2"/>
          </p:cNvCxnSpPr>
          <p:nvPr/>
        </p:nvCxnSpPr>
        <p:spPr>
          <a:xfrm>
            <a:off x="1996204" y="4840467"/>
            <a:ext cx="57051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613702" y="3500939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X1.1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623119" y="5618617"/>
            <a:ext cx="106904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X1.2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>
            <a:endCxn id="30" idx="2"/>
          </p:cNvCxnSpPr>
          <p:nvPr/>
        </p:nvCxnSpPr>
        <p:spPr>
          <a:xfrm>
            <a:off x="3382431" y="5101012"/>
            <a:ext cx="1240688" cy="90406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3442668" y="4049646"/>
            <a:ext cx="1164255" cy="57596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76445" y="5366637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20358" y="3992112"/>
            <a:ext cx="327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058802" y="4515695"/>
            <a:ext cx="871910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5694544" y="4011737"/>
            <a:ext cx="1391554" cy="73768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34" idx="3"/>
          </p:cNvCxnSpPr>
          <p:nvPr/>
        </p:nvCxnSpPr>
        <p:spPr>
          <a:xfrm flipV="1">
            <a:off x="5729667" y="5175421"/>
            <a:ext cx="1456823" cy="73118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99390" y="3960408"/>
            <a:ext cx="642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251534" y="5506492"/>
            <a:ext cx="642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9341056" y="4486278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2" name="Straight Arrow Connector 61"/>
          <p:cNvCxnSpPr/>
          <p:nvPr/>
        </p:nvCxnSpPr>
        <p:spPr>
          <a:xfrm flipV="1">
            <a:off x="7989924" y="4840467"/>
            <a:ext cx="1351132" cy="6168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393408" y="445400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774128" y="4674648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flipH="1" flipV="1">
            <a:off x="3458667" y="4840467"/>
            <a:ext cx="3600135" cy="61687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087140" y="4795538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Curved Down Arrow 66"/>
          <p:cNvSpPr/>
          <p:nvPr/>
        </p:nvSpPr>
        <p:spPr>
          <a:xfrm rot="11584053" flipV="1">
            <a:off x="5513197" y="3605556"/>
            <a:ext cx="4099336" cy="45256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Curved Down Arrow 67"/>
          <p:cNvSpPr/>
          <p:nvPr/>
        </p:nvSpPr>
        <p:spPr>
          <a:xfrm rot="10130105">
            <a:off x="5533999" y="5762955"/>
            <a:ext cx="4201517" cy="504024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674361" y="5882373"/>
            <a:ext cx="327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767077" y="3300884"/>
            <a:ext cx="327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53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50303" y="1593294"/>
            <a:ext cx="780613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 flipV="1">
            <a:off x="2635380" y="1979753"/>
            <a:ext cx="414923" cy="1365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17828" y="196610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12805" y="1593295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10907" y="1502894"/>
            <a:ext cx="820078" cy="8256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583538" y="1526673"/>
            <a:ext cx="793288" cy="8379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498497" y="1959698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528214" y="158688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239501" y="192639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270191" y="153206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87320" y="1882480"/>
            <a:ext cx="58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urved Down Arrow 50"/>
          <p:cNvSpPr/>
          <p:nvPr/>
        </p:nvSpPr>
        <p:spPr>
          <a:xfrm rot="10800000">
            <a:off x="5178378" y="2304285"/>
            <a:ext cx="3063860" cy="43114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310675" y="2344303"/>
            <a:ext cx="1243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 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, b/2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438629" y="169314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7989015" y="1526673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57859" y="79546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42850" y="17660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643161" y="161766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368675" y="156761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887965" y="1966102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urved Down Arrow 55"/>
          <p:cNvSpPr/>
          <p:nvPr/>
        </p:nvSpPr>
        <p:spPr>
          <a:xfrm rot="10800000" flipV="1">
            <a:off x="3292520" y="1164797"/>
            <a:ext cx="3510079" cy="338098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713155" y="780076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2566718" y="4375861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Straight Arrow Connector 71"/>
          <p:cNvCxnSpPr>
            <a:endCxn id="71" idx="2"/>
          </p:cNvCxnSpPr>
          <p:nvPr/>
        </p:nvCxnSpPr>
        <p:spPr>
          <a:xfrm>
            <a:off x="1996204" y="4762320"/>
            <a:ext cx="57051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3" y="152467"/>
            <a:ext cx="9404723" cy="666399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from Me To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 Example: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50303" y="1593294"/>
            <a:ext cx="780613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endCxn id="35" idx="2"/>
          </p:cNvCxnSpPr>
          <p:nvPr/>
        </p:nvCxnSpPr>
        <p:spPr>
          <a:xfrm flipV="1">
            <a:off x="2635380" y="1979753"/>
            <a:ext cx="414923" cy="1365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845124" y="1966109"/>
            <a:ext cx="749514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12805" y="1606943"/>
            <a:ext cx="530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10907" y="1502894"/>
            <a:ext cx="820078" cy="8256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583538" y="1526673"/>
            <a:ext cx="793288" cy="8379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5406150" y="1959698"/>
            <a:ext cx="906912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528214" y="1586884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174730" y="1926399"/>
            <a:ext cx="824465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270191" y="1532067"/>
            <a:ext cx="38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87320" y="1882480"/>
            <a:ext cx="58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urved Down Arrow 50"/>
          <p:cNvSpPr/>
          <p:nvPr/>
        </p:nvSpPr>
        <p:spPr>
          <a:xfrm rot="10800000">
            <a:off x="5178378" y="2304285"/>
            <a:ext cx="3063860" cy="43114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310675" y="2344303"/>
            <a:ext cx="1243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a/1 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, b/2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438629" y="169314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7989015" y="1526673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57859" y="795465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42850" y="1766054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643161" y="1617662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368675" y="1567617"/>
            <a:ext cx="52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887965" y="1966102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urved Down Arrow 55"/>
          <p:cNvSpPr/>
          <p:nvPr/>
        </p:nvSpPr>
        <p:spPr>
          <a:xfrm rot="10800000" flipV="1">
            <a:off x="3292520" y="1164797"/>
            <a:ext cx="3510079" cy="338098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713155" y="780076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2566718" y="4375861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X0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Straight Arrow Connector 71"/>
          <p:cNvCxnSpPr>
            <a:endCxn id="71" idx="2"/>
          </p:cNvCxnSpPr>
          <p:nvPr/>
        </p:nvCxnSpPr>
        <p:spPr>
          <a:xfrm>
            <a:off x="1996204" y="4762320"/>
            <a:ext cx="57051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353890" y="5974924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X1.3 /2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442858" y="4762319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X1.2 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4475743" y="3386398"/>
            <a:ext cx="891949" cy="77291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X1.1 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3419087" y="3930555"/>
            <a:ext cx="1056656" cy="67308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30" idx="2"/>
          </p:cNvCxnSpPr>
          <p:nvPr/>
        </p:nvCxnSpPr>
        <p:spPr>
          <a:xfrm>
            <a:off x="3458667" y="4762320"/>
            <a:ext cx="984191" cy="38645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613068" y="3866985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3776" y="4798594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6979339" y="3909449"/>
            <a:ext cx="820078" cy="8256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X2.1/0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7066366" y="5348832"/>
            <a:ext cx="820078" cy="8256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X2.2/1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920759" y="5454926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64" name="Straight Arrow Connector 63"/>
          <p:cNvCxnSpPr>
            <a:endCxn id="61" idx="2"/>
          </p:cNvCxnSpPr>
          <p:nvPr/>
        </p:nvCxnSpPr>
        <p:spPr>
          <a:xfrm>
            <a:off x="5334807" y="5165997"/>
            <a:ext cx="1731559" cy="595685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endCxn id="58" idx="2"/>
          </p:cNvCxnSpPr>
          <p:nvPr/>
        </p:nvCxnSpPr>
        <p:spPr>
          <a:xfrm flipV="1">
            <a:off x="5247780" y="4322299"/>
            <a:ext cx="1731559" cy="583467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064326" y="4252487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8" name="Straight Arrow Connector 67"/>
          <p:cNvCxnSpPr>
            <a:endCxn id="58" idx="3"/>
          </p:cNvCxnSpPr>
          <p:nvPr/>
        </p:nvCxnSpPr>
        <p:spPr>
          <a:xfrm flipV="1">
            <a:off x="5229266" y="4614227"/>
            <a:ext cx="1870171" cy="1560304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V="1">
            <a:off x="5265500" y="5974924"/>
            <a:ext cx="1800866" cy="46020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200945" y="5574814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073159" y="6161327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74" name="Straight Arrow Connector 73"/>
          <p:cNvCxnSpPr/>
          <p:nvPr/>
        </p:nvCxnSpPr>
        <p:spPr>
          <a:xfrm>
            <a:off x="5178378" y="4158719"/>
            <a:ext cx="1887988" cy="1376517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5376826" y="3678132"/>
            <a:ext cx="1602513" cy="38890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025654" y="3463534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200945" y="4254973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78" name="Oval 77"/>
          <p:cNvSpPr/>
          <p:nvPr/>
        </p:nvSpPr>
        <p:spPr>
          <a:xfrm>
            <a:off x="9328770" y="4575912"/>
            <a:ext cx="806997" cy="802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X3/1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0" name="Straight Arrow Connector 79"/>
          <p:cNvCxnSpPr/>
          <p:nvPr/>
        </p:nvCxnSpPr>
        <p:spPr>
          <a:xfrm flipH="1">
            <a:off x="3458667" y="4209126"/>
            <a:ext cx="3473541" cy="443471"/>
          </a:xfrm>
          <a:prstGeom prst="straightConnector1">
            <a:avLst/>
          </a:prstGeom>
          <a:ln w="254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3157859" y="5148777"/>
            <a:ext cx="3821480" cy="706259"/>
          </a:xfrm>
          <a:prstGeom prst="straightConnector1">
            <a:avLst/>
          </a:prstGeom>
          <a:ln w="254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267605" y="4122243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5589" y="5263784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84" name="Straight Arrow Connector 83"/>
          <p:cNvCxnSpPr>
            <a:endCxn id="30" idx="6"/>
          </p:cNvCxnSpPr>
          <p:nvPr/>
        </p:nvCxnSpPr>
        <p:spPr>
          <a:xfrm flipH="1">
            <a:off x="5334807" y="4959461"/>
            <a:ext cx="3994217" cy="189317"/>
          </a:xfrm>
          <a:prstGeom prst="straightConnector1">
            <a:avLst/>
          </a:prstGeom>
          <a:ln w="254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065244" y="4614032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5238204" y="5397595"/>
            <a:ext cx="4451844" cy="1155941"/>
            <a:chOff x="6821209" y="3218179"/>
            <a:chExt cx="4451844" cy="1155941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11273051" y="3218179"/>
              <a:ext cx="0" cy="1037962"/>
            </a:xfrm>
            <a:prstGeom prst="line">
              <a:avLst/>
            </a:prstGeom>
            <a:ln w="222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H="1">
              <a:off x="6821209" y="4265711"/>
              <a:ext cx="4451844" cy="108409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TextBox 86"/>
          <p:cNvSpPr txBox="1"/>
          <p:nvPr/>
        </p:nvSpPr>
        <p:spPr>
          <a:xfrm>
            <a:off x="8242238" y="6097741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7769752" y="4522353"/>
            <a:ext cx="1602513" cy="38890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endCxn id="78" idx="3"/>
          </p:cNvCxnSpPr>
          <p:nvPr/>
        </p:nvCxnSpPr>
        <p:spPr>
          <a:xfrm flipV="1">
            <a:off x="7938737" y="5260747"/>
            <a:ext cx="1508215" cy="55537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242237" y="4254973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306548" y="5267156"/>
            <a:ext cx="65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37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29" grpId="0" animBg="1"/>
      <p:bldP spid="30" grpId="0" animBg="1"/>
      <p:bldP spid="31" grpId="0" animBg="1"/>
      <p:bldP spid="46" grpId="0"/>
      <p:bldP spid="49" grpId="0"/>
      <p:bldP spid="58" grpId="0" animBg="1"/>
      <p:bldP spid="61" grpId="0" animBg="1"/>
      <p:bldP spid="62" grpId="0"/>
      <p:bldP spid="67" grpId="0"/>
      <p:bldP spid="70" grpId="0"/>
      <p:bldP spid="73" grpId="0"/>
      <p:bldP spid="76" grpId="0"/>
      <p:bldP spid="77" grpId="0"/>
      <p:bldP spid="78" grpId="0" animBg="1"/>
      <p:bldP spid="82" grpId="0"/>
      <p:bldP spid="83" grpId="0"/>
      <p:bldP spid="85" grpId="0"/>
      <p:bldP spid="87" grpId="0"/>
      <p:bldP spid="90" grpId="0"/>
      <p:bldP spid="91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3415</TotalTime>
  <Words>1309</Words>
  <Application>Microsoft Office PowerPoint</Application>
  <PresentationFormat>Custom</PresentationFormat>
  <Paragraphs>665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Ion</vt:lpstr>
      <vt:lpstr>Theory of Automata  &amp;  Formal Languages CS-214</vt:lpstr>
      <vt:lpstr> Session-13</vt:lpstr>
      <vt:lpstr>Conversion from Me To Mo Example:-1</vt:lpstr>
      <vt:lpstr>Conversion from Me To Mo Example:-1</vt:lpstr>
      <vt:lpstr>Conversion from Me To Mo Example:-1</vt:lpstr>
      <vt:lpstr>Conversion from Me To Mo Example:-1</vt:lpstr>
      <vt:lpstr>Conversion from Me To Mo Example:-1</vt:lpstr>
      <vt:lpstr>Conversion from Me To Mo Example: 2</vt:lpstr>
      <vt:lpstr>Conversion from Me To Mo Example: 2</vt:lpstr>
      <vt:lpstr>Conversion from Me To Mo Example: 2</vt:lpstr>
      <vt:lpstr>Conversion from Me To Mo Example: 2</vt:lpstr>
      <vt:lpstr>Conversion from Me To Mo Example: 2</vt:lpstr>
      <vt:lpstr>Conversion from Me To Mo Example: 2</vt:lpstr>
      <vt:lpstr>Conversion from Me To Mo Example: 2</vt:lpstr>
      <vt:lpstr>Conversion from Me To Mo Example: 2</vt:lpstr>
      <vt:lpstr>Conversion from Me To Mo Example: 2</vt:lpstr>
      <vt:lpstr>Conversion from Me To Mo Example: 3</vt:lpstr>
      <vt:lpstr>Conversion from Me To Mo Example: 3</vt:lpstr>
      <vt:lpstr>Conversion from Me To Mo Example: 3</vt:lpstr>
      <vt:lpstr>Conversion from Me To Mo Example: 4</vt:lpstr>
      <vt:lpstr>Conversion from Me To Mo Example: 4</vt:lpstr>
      <vt:lpstr>Conversion from Me To Mo Example: 4</vt:lpstr>
      <vt:lpstr>Conversion from Me To Mo Example: 4</vt:lpstr>
      <vt:lpstr>Conversion from Me To Mo Example: 4</vt:lpstr>
      <vt:lpstr>Conversion from Me To Mo Example: 4</vt:lpstr>
      <vt:lpstr>Conversion from Me To Mo Example: 4</vt:lpstr>
      <vt:lpstr>Conversion from Me To Mo Example: 4</vt:lpstr>
      <vt:lpstr>Conversion from Me To Mo Example: 4</vt:lpstr>
      <vt:lpstr>Conversion from Me To Mo Example: 4</vt:lpstr>
      <vt:lpstr>Conversion from Me To Mo Example: 5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  &amp;  Formal Languages CS-214</dc:title>
  <dc:creator>Lenovo</dc:creator>
  <cp:lastModifiedBy>admin</cp:lastModifiedBy>
  <cp:revision>250</cp:revision>
  <dcterms:created xsi:type="dcterms:W3CDTF">2020-08-06T16:55:45Z</dcterms:created>
  <dcterms:modified xsi:type="dcterms:W3CDTF">2021-12-23T08:03:27Z</dcterms:modified>
</cp:coreProperties>
</file>