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6" r:id="rId2"/>
  </p:sldMasterIdLst>
  <p:notesMasterIdLst>
    <p:notesMasterId r:id="rId24"/>
  </p:notesMasterIdLst>
  <p:sldIdLst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595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2A40D-EDE8-42E8-90DE-2AC271A631BC}" type="datetimeFigureOut">
              <a:rPr lang="en-US" smtClean="0"/>
              <a:pPr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F6259-FE80-485F-9C4C-C1ED6DF381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33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F6259-FE80-485F-9C4C-C1ED6DF3817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3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FA863-401E-4820-9A28-30C001F9015D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2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8BDF-8AF5-42D3-9C6A-EA6F319EC031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4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B22BD-471C-4940-AB9F-EC407DE4991E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0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DDD3-F7E3-4FC7-82D0-63DECD1CA7B4}" type="datetime1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3371-89EC-4AAF-ABE3-58F9DF06555C}" type="datetime1">
              <a:rPr lang="en-US" smtClean="0"/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4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9EBA-0CD3-4289-8276-B19753C76BF3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5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37902-DD27-499E-9772-02B8A43F5FBD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6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13714-1A20-4CDB-86B6-61AEFD9BA16C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1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7C17A-45B5-460C-BB3A-554996E6B3BA}" type="datetime1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6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B0EF-F9E0-4B95-BF6D-833C06FE388C}" type="datetime1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0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FE22-DD85-484B-9B49-CE3487C18437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74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1A3D-FA39-4A49-8E6E-661400A84596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1660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8676-AFB6-4923-BCF2-84247A784DA5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3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69008-9064-4A96-A1B5-84AD19B407E1}" type="datetime1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05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161CE-F441-49C8-A24C-DD26AF3E55C2}" type="datetime1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39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598E-2A29-4CF3-9EDD-5ABD1F07A304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09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7287-E145-4054-AEC9-FF82A8D5692B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04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5AE0-C03F-4F44-99BB-CB7D2B8EF744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829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EF2FB-A394-492B-830C-6E5BEAB02A4C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7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2FDA-4655-4A3E-A1C1-97CA5C9F1416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1025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422E-D021-401E-A8C7-05AED99789F9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990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1E45-81BB-4DD6-B293-6E54B1481A2F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501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1E0F9-1C73-421E-9286-4F6F7525D91C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341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B5302-0DAA-401B-94FE-BE8FBE7002B0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407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9A6C-FF3C-4F39-84A7-051634CEB562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2608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117-A8F4-4A60-9CAF-82DD9B76D54C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449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DFFDE-90B1-4A63-9EDA-66D1FFF966EC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0267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37936-267C-4058-9A3B-43F33899AC5F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538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39E3-694D-4861-B96A-521CA54DCD7A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47852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016A-5063-4D7E-86B4-963644B94BDB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527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642E-94B2-44AC-B2D4-85688A1D47CD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1985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5B75-5CE3-4604-B771-29A686C3D2F6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958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059B-FD8F-40EB-9D3B-82D2A8511F82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2669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E2A2-5FE8-40D7-80B4-F01021ADA936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90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81B8AE-2333-4418-A818-D0E29BE20B91}" type="datetime1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32913-47A9-4434-9BEB-42367E82E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09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defTabSz="342900"/>
            <a:fld id="{F4FC61B5-B68B-4E72-85C9-04BEBAA21847}" type="datetime1">
              <a:rPr lang="en-US" smtClean="0">
                <a:solidFill>
                  <a:prstClr val="white">
                    <a:tint val="75000"/>
                    <a:alpha val="60000"/>
                  </a:prstClr>
                </a:solidFill>
              </a:rPr>
              <a:t>4/18/2024</a:t>
            </a:fld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defTabSz="342900"/>
            <a:endParaRPr lang="en-US">
              <a:solidFill>
                <a:prstClr val="white">
                  <a:tint val="75000"/>
                  <a:alpha val="6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/>
            <a:fld id="{C6403168-B5C7-47B0-92CD-29BB54F18DB2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342900"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4610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9546" y="1751773"/>
            <a:ext cx="8244654" cy="3215288"/>
          </a:xfrm>
        </p:spPr>
        <p:txBody>
          <a:bodyPr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CS-224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Minimization of DFA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" y="18288"/>
            <a:ext cx="1172237" cy="1172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6837D31-6D79-4AFC-9E3E-AE054EE8D669}"/>
              </a:ext>
            </a:extLst>
          </p:cNvPr>
          <p:cNvSpPr txBox="1"/>
          <p:nvPr/>
        </p:nvSpPr>
        <p:spPr>
          <a:xfrm>
            <a:off x="2726747" y="0"/>
            <a:ext cx="577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/>
            <a:r>
              <a:rPr 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</p:spTree>
    <p:extLst>
      <p:ext uri="{BB962C8B-B14F-4D97-AF65-F5344CB8AC3E}">
        <p14:creationId xmlns:p14="http://schemas.microsoft.com/office/powerpoint/2010/main" val="260359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286000"/>
            <a:ext cx="8825658" cy="3329581"/>
          </a:xfrm>
        </p:spPr>
        <p:txBody>
          <a:bodyPr>
            <a:noAutofit/>
          </a:bodyPr>
          <a:lstStyle/>
          <a:p>
            <a:pPr fontAlgn="base"/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Minimization of DFA-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reducing a given DFA to its minimal form is called as minimization of DFA. 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the minimum number of states.</a:t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DFA in its minimal form is called as a 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Minimal DFA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DFA?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popular methods for minimizing a DFA are-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Minimization-of-DFA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9400" y="3200400"/>
            <a:ext cx="7068449" cy="2436019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Minimization </a:t>
            </a: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DFA Using Equivalence Theorem-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10896600" cy="4195481"/>
          </a:xfrm>
        </p:spPr>
        <p:txBody>
          <a:bodyPr>
            <a:noAutofit/>
          </a:bodyPr>
          <a:lstStyle/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Step-01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all the dead states and inaccessible states from the given DFA (if any).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Dead State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those non-final states which transit to itself for all input symbols in ∑ are called as dead states.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Inaccessible State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those states which can never be reached from the initial state are called as inaccessible states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11430000" cy="597376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Step-02: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state transition table for the given DFA.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table shows the transition of all states on all input symbols in Σ.</a:t>
            </a:r>
          </a:p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Step-03: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start applying equivalence theorem.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a counter variable k and initialize it with value 0.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Q (set of states) into two sets such that one set contains all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non-final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and other set contains all the final states.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partition is called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1"/>
            <a:ext cx="10820400" cy="582136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Step-04: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k by 1.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by partitioning the different sets of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each set of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consider all the possible pair of states within each set and if the two states are distinguishable, partition the set into different sets in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states q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and q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are distinguishable in partition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for any input symbol ‘a’,</a:t>
            </a:r>
          </a:p>
          <a:p>
            <a:pPr fontAlgn="base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δ (q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a) and δ (q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a) are in different sets in partition P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33401"/>
            <a:ext cx="11049000" cy="5592763"/>
          </a:xfrm>
        </p:spPr>
        <p:txBody>
          <a:bodyPr>
            <a:noAutofit/>
          </a:bodyPr>
          <a:lstStyle/>
          <a:p>
            <a:pPr fontAlgn="base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Step-05: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step-04 until no change in partition occurs.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when you find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stop.</a:t>
            </a:r>
          </a:p>
          <a:p>
            <a:pPr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Step-06: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those states which belong to the same set are equivalent.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states are merged to form a single state in the minimal DFA.</a:t>
            </a:r>
          </a:p>
          <a:p>
            <a:pPr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states in Minimal DFA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Number of sets in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BASED ON MINIMIZATION OF DFA-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Example-01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given DFA-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DFA-Minimization-Proble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65" y="3200400"/>
            <a:ext cx="4976813" cy="33528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sz="2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Step-01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given DFA contains no dead states and inaccessible states.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Step-02: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state transition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table-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012046"/>
              </p:ext>
            </p:extLst>
          </p:nvPr>
        </p:nvGraphicFramePr>
        <p:xfrm>
          <a:off x="609600" y="3048000"/>
          <a:ext cx="8229600" cy="3704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470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8857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</a:p>
                  </a:txBody>
                  <a:tcPr marL="95250" marR="95250" marT="76200" marB="76200" anchor="ctr"/>
                </a:tc>
              </a:tr>
              <a:tr h="588579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</a:p>
                  </a:txBody>
                  <a:tcPr marL="95250" marR="95250" marT="76200" marB="76200" anchor="ctr"/>
                </a:tc>
              </a:tr>
              <a:tr h="588579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</a:p>
                  </a:txBody>
                  <a:tcPr marL="95250" marR="95250" marT="76200" marB="76200" anchor="ctr"/>
                </a:tc>
              </a:tr>
              <a:tr h="588579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*q4</a:t>
                      </a:r>
                    </a:p>
                  </a:txBody>
                  <a:tcPr marL="95250" marR="95250" marT="76200" marB="76200" anchor="ctr"/>
                </a:tc>
              </a:tr>
              <a:tr h="58857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pic>
        <p:nvPicPr>
          <p:cNvPr id="5" name="Picture 4" descr="DFA-Minimization-Proble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3505200"/>
            <a:ext cx="3066044" cy="206554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1"/>
            <a:ext cx="11277600" cy="597376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Step-03: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using Equivalence Theorem, we have-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we stop.</a:t>
            </a: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infer that states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q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equivalent and can be merged together.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Our minimal DFA is-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1-Minimal-DFA (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2720" y="2052638"/>
            <a:ext cx="2588335" cy="4195762"/>
          </a:xfrm>
        </p:spPr>
      </p:pic>
      <p:pic>
        <p:nvPicPr>
          <p:cNvPr id="5" name="Picture 4" descr="DFA-Minimization-Problem-01-Minimal-D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51880"/>
            <a:ext cx="6019800" cy="488465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Example-02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given DFA-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3124200"/>
            <a:ext cx="6543127" cy="312658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Solution-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Step-01: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inaccessible from the initial state.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eliminate it and its associated edges from the DFA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DFA is-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2-Step-0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4267200"/>
            <a:ext cx="7804836" cy="2362200"/>
          </a:xfrm>
        </p:spPr>
      </p:pic>
      <p:pic>
        <p:nvPicPr>
          <p:cNvPr id="5" name="Content Placeholder 3" descr="DFA-Minimization-Problem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52400"/>
            <a:ext cx="3190327" cy="152447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Step-02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state transition table-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837050"/>
              </p:ext>
            </p:extLst>
          </p:nvPr>
        </p:nvGraphicFramePr>
        <p:xfrm>
          <a:off x="2133600" y="2895600"/>
          <a:ext cx="8229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 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q0</a:t>
                      </a:r>
                    </a:p>
                  </a:txBody>
                  <a:tcPr marL="95250" marR="9525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*q1</a:t>
                      </a:r>
                    </a:p>
                  </a:txBody>
                  <a:tcPr marL="95250" marR="9525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*q2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1"/>
            <a:ext cx="9296400" cy="589756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Step-03: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using Equivalence Theorem, we have-</a:t>
            </a:r>
          </a:p>
          <a:p>
            <a:pPr fontAlgn="base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{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</a:p>
          <a:p>
            <a:pPr fontAlgn="base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{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{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</a:p>
          <a:p>
            <a:pPr fontAlgn="base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P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we stop.</a:t>
            </a:r>
          </a:p>
          <a:p>
            <a:pPr fontAlgn="base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infer that states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q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equivalent and can be merged together.</a:t>
            </a:r>
          </a:p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Our minimal DFA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2-Minimal-DFA (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1" y="1837531"/>
            <a:ext cx="7315199" cy="4487069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1447800"/>
            <a:ext cx="7772400" cy="51816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4-Minimal-DF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905000"/>
            <a:ext cx="7391399" cy="455374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1447800"/>
            <a:ext cx="6477000" cy="5169716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DFA-Minimization-Problem-03-Minimal-DF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0" y="2469356"/>
            <a:ext cx="4752975" cy="336232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838201"/>
            <a:ext cx="8229600" cy="5287963"/>
          </a:xfrm>
        </p:spPr>
        <p:txBody>
          <a:bodyPr/>
          <a:lstStyle/>
          <a:p>
            <a:pPr algn="ctr">
              <a:buNone/>
            </a:pPr>
            <a:endParaRPr lang="en-US" b="1" dirty="0" smtClean="0"/>
          </a:p>
          <a:p>
            <a:pPr algn="ctr">
              <a:buNone/>
            </a:pP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2913-47A9-4434-9BEB-42367E82E2C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ppt/theme/themeOverride2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ppt/theme/themeOverride3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1125</TotalTime>
  <Words>136</Words>
  <Application>Microsoft Office PowerPoint</Application>
  <PresentationFormat>Widescreen</PresentationFormat>
  <Paragraphs>125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Times New Roman</vt:lpstr>
      <vt:lpstr>Wingdings 3</vt:lpstr>
      <vt:lpstr>Ion</vt:lpstr>
      <vt:lpstr>1_Ion</vt:lpstr>
      <vt:lpstr>Theory of Automata  &amp;  Formal Languages CS-224 Topic: Minimization of DFA </vt:lpstr>
      <vt:lpstr>  Minimization of DFA-   The process of reducing a given DFA to its minimal form is called as minimization of DFA.  It contains the minimum number of states. The DFA in its minimal form is called as a Minimal DFA.</vt:lpstr>
      <vt:lpstr>How To Minimize DFA?   The two popular methods for minimizing a DFA are-     </vt:lpstr>
      <vt:lpstr>Minimization of DFA Using Equivalence Theorem- </vt:lpstr>
      <vt:lpstr>PowerPoint Presentation</vt:lpstr>
      <vt:lpstr>PowerPoint Presentation</vt:lpstr>
      <vt:lpstr>PowerPoint Presentation</vt:lpstr>
      <vt:lpstr>PRACTICE PROBLEMS BASED ON MINIMIZATION OF DFA-  Example-01:  Minimize the given DFA- </vt:lpstr>
      <vt:lpstr>Step-01:   The given DFA contains no dead states and inaccessible states.   Step-02:   Draw a state transition table-    </vt:lpstr>
      <vt:lpstr>PowerPoint Presentation</vt:lpstr>
      <vt:lpstr>So, Our minimal DFA is-    </vt:lpstr>
      <vt:lpstr> Example-02:   Minimize the given DFA- </vt:lpstr>
      <vt:lpstr>Solution-   Step-01:   State q3 is inaccessible from the initial state. So, we eliminate it and its associated edges from the DFA. The resulting DFA is- </vt:lpstr>
      <vt:lpstr>Step-02:   Draw a state transition table- </vt:lpstr>
      <vt:lpstr>PowerPoint Presentation</vt:lpstr>
      <vt:lpstr>So, Our minimal DFA is- </vt:lpstr>
      <vt:lpstr>Example # 3</vt:lpstr>
      <vt:lpstr>Solution of Example # 3</vt:lpstr>
      <vt:lpstr>Example # 4</vt:lpstr>
      <vt:lpstr>Solution of Example No 4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Minimization of DFA-   The process of reducing a given DFA to its minimal form is called as minimization of DFA.  It contains the minimum number of states. The DFA in its minimal form is called as a Minimal DFA.</dc:title>
  <dc:creator>dell</dc:creator>
  <cp:lastModifiedBy>Dr. Amir Mehmood</cp:lastModifiedBy>
  <cp:revision>14</cp:revision>
  <dcterms:created xsi:type="dcterms:W3CDTF">2022-08-22T06:57:49Z</dcterms:created>
  <dcterms:modified xsi:type="dcterms:W3CDTF">2024-04-18T19:14:43Z</dcterms:modified>
</cp:coreProperties>
</file>