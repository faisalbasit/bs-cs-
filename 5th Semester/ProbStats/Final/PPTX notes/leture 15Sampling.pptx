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6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0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8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59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3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6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3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8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0768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88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305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09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60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4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216D-6538-475D-8C2D-FA7598F3236C}" type="datetimeFigureOut">
              <a:rPr lang="en-US" smtClean="0"/>
              <a:t>10/18/2020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B59F65-CF88-4FE4-9494-A145115CF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5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dirty="0" smtClean="0"/>
              <a:t>Sampling</a:t>
            </a:r>
            <a:endParaRPr lang="en-US" sz="8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794" y="2082211"/>
            <a:ext cx="6061166" cy="4527595"/>
          </a:xfrm>
        </p:spPr>
      </p:pic>
    </p:spTree>
    <p:extLst>
      <p:ext uri="{BB962C8B-B14F-4D97-AF65-F5344CB8AC3E}">
        <p14:creationId xmlns:p14="http://schemas.microsoft.com/office/powerpoint/2010/main" val="422864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65" y="2160588"/>
            <a:ext cx="6635932" cy="4331652"/>
          </a:xfrm>
        </p:spPr>
      </p:pic>
    </p:spTree>
    <p:extLst>
      <p:ext uri="{BB962C8B-B14F-4D97-AF65-F5344CB8AC3E}">
        <p14:creationId xmlns:p14="http://schemas.microsoft.com/office/powerpoint/2010/main" val="10172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0" y="2160588"/>
            <a:ext cx="6248400" cy="4379912"/>
          </a:xfrm>
        </p:spPr>
      </p:pic>
    </p:spTree>
    <p:extLst>
      <p:ext uri="{BB962C8B-B14F-4D97-AF65-F5344CB8AC3E}">
        <p14:creationId xmlns:p14="http://schemas.microsoft.com/office/powerpoint/2010/main" val="41783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30400"/>
            <a:ext cx="6324600" cy="4381500"/>
          </a:xfrm>
        </p:spPr>
      </p:pic>
    </p:spTree>
    <p:extLst>
      <p:ext uri="{BB962C8B-B14F-4D97-AF65-F5344CB8AC3E}">
        <p14:creationId xmlns:p14="http://schemas.microsoft.com/office/powerpoint/2010/main" val="164500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1930400"/>
            <a:ext cx="6362699" cy="4545012"/>
          </a:xfrm>
        </p:spPr>
      </p:pic>
    </p:spTree>
    <p:extLst>
      <p:ext uri="{BB962C8B-B14F-4D97-AF65-F5344CB8AC3E}">
        <p14:creationId xmlns:p14="http://schemas.microsoft.com/office/powerpoint/2010/main" val="245423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00" y="2160588"/>
            <a:ext cx="6756400" cy="4443412"/>
          </a:xfrm>
        </p:spPr>
      </p:pic>
    </p:spTree>
    <p:extLst>
      <p:ext uri="{BB962C8B-B14F-4D97-AF65-F5344CB8AC3E}">
        <p14:creationId xmlns:p14="http://schemas.microsoft.com/office/powerpoint/2010/main" val="172321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160588"/>
            <a:ext cx="7480300" cy="4506912"/>
          </a:xfrm>
        </p:spPr>
      </p:pic>
    </p:spTree>
    <p:extLst>
      <p:ext uri="{BB962C8B-B14F-4D97-AF65-F5344CB8AC3E}">
        <p14:creationId xmlns:p14="http://schemas.microsoft.com/office/powerpoint/2010/main" val="368986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1930400"/>
            <a:ext cx="6375400" cy="4697412"/>
          </a:xfrm>
        </p:spPr>
      </p:pic>
    </p:spTree>
    <p:extLst>
      <p:ext uri="{BB962C8B-B14F-4D97-AF65-F5344CB8AC3E}">
        <p14:creationId xmlns:p14="http://schemas.microsoft.com/office/powerpoint/2010/main" val="332857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300" y="1930400"/>
            <a:ext cx="6210300" cy="4456112"/>
          </a:xfrm>
        </p:spPr>
      </p:pic>
    </p:spTree>
    <p:extLst>
      <p:ext uri="{BB962C8B-B14F-4D97-AF65-F5344CB8AC3E}">
        <p14:creationId xmlns:p14="http://schemas.microsoft.com/office/powerpoint/2010/main" val="215955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160588"/>
            <a:ext cx="6223000" cy="4189412"/>
          </a:xfrm>
        </p:spPr>
      </p:pic>
    </p:spTree>
    <p:extLst>
      <p:ext uri="{BB962C8B-B14F-4D97-AF65-F5344CB8AC3E}">
        <p14:creationId xmlns:p14="http://schemas.microsoft.com/office/powerpoint/2010/main" val="129618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2160588"/>
            <a:ext cx="6311900" cy="4341812"/>
          </a:xfrm>
        </p:spPr>
      </p:pic>
    </p:spTree>
    <p:extLst>
      <p:ext uri="{BB962C8B-B14F-4D97-AF65-F5344CB8AC3E}">
        <p14:creationId xmlns:p14="http://schemas.microsoft.com/office/powerpoint/2010/main" val="331193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0" y="2160588"/>
            <a:ext cx="6045200" cy="4456112"/>
          </a:xfrm>
        </p:spPr>
      </p:pic>
    </p:spTree>
    <p:extLst>
      <p:ext uri="{BB962C8B-B14F-4D97-AF65-F5344CB8AC3E}">
        <p14:creationId xmlns:p14="http://schemas.microsoft.com/office/powerpoint/2010/main" val="1085434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100" y="1930400"/>
            <a:ext cx="6337300" cy="4697412"/>
          </a:xfrm>
        </p:spPr>
      </p:pic>
    </p:spTree>
    <p:extLst>
      <p:ext uri="{BB962C8B-B14F-4D97-AF65-F5344CB8AC3E}">
        <p14:creationId xmlns:p14="http://schemas.microsoft.com/office/powerpoint/2010/main" val="257269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1930400"/>
            <a:ext cx="6553200" cy="4456112"/>
          </a:xfrm>
        </p:spPr>
      </p:pic>
    </p:spTree>
    <p:extLst>
      <p:ext uri="{BB962C8B-B14F-4D97-AF65-F5344CB8AC3E}">
        <p14:creationId xmlns:p14="http://schemas.microsoft.com/office/powerpoint/2010/main" val="3961819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60588"/>
            <a:ext cx="6388099" cy="4557712"/>
          </a:xfrm>
        </p:spPr>
      </p:pic>
    </p:spTree>
    <p:extLst>
      <p:ext uri="{BB962C8B-B14F-4D97-AF65-F5344CB8AC3E}">
        <p14:creationId xmlns:p14="http://schemas.microsoft.com/office/powerpoint/2010/main" val="263117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930400"/>
            <a:ext cx="7226300" cy="4811712"/>
          </a:xfrm>
        </p:spPr>
      </p:pic>
    </p:spTree>
    <p:extLst>
      <p:ext uri="{BB962C8B-B14F-4D97-AF65-F5344CB8AC3E}">
        <p14:creationId xmlns:p14="http://schemas.microsoft.com/office/powerpoint/2010/main" val="3678188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884" y="2160588"/>
            <a:ext cx="7566270" cy="3881437"/>
          </a:xfrm>
        </p:spPr>
      </p:pic>
    </p:spTree>
    <p:extLst>
      <p:ext uri="{BB962C8B-B14F-4D97-AF65-F5344CB8AC3E}">
        <p14:creationId xmlns:p14="http://schemas.microsoft.com/office/powerpoint/2010/main" val="1138646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" y="2160588"/>
            <a:ext cx="6985000" cy="3881437"/>
          </a:xfrm>
        </p:spPr>
      </p:pic>
    </p:spTree>
    <p:extLst>
      <p:ext uri="{BB962C8B-B14F-4D97-AF65-F5344CB8AC3E}">
        <p14:creationId xmlns:p14="http://schemas.microsoft.com/office/powerpoint/2010/main" val="3027135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0" y="2160588"/>
            <a:ext cx="6311900" cy="4354512"/>
          </a:xfrm>
        </p:spPr>
      </p:pic>
    </p:spTree>
    <p:extLst>
      <p:ext uri="{BB962C8B-B14F-4D97-AF65-F5344CB8AC3E}">
        <p14:creationId xmlns:p14="http://schemas.microsoft.com/office/powerpoint/2010/main" val="26349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700" y="2160588"/>
            <a:ext cx="6946900" cy="4494212"/>
          </a:xfrm>
        </p:spPr>
      </p:pic>
    </p:spTree>
    <p:extLst>
      <p:ext uri="{BB962C8B-B14F-4D97-AF65-F5344CB8AC3E}">
        <p14:creationId xmlns:p14="http://schemas.microsoft.com/office/powerpoint/2010/main" val="1861681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60588"/>
            <a:ext cx="6870700" cy="4430712"/>
          </a:xfrm>
        </p:spPr>
      </p:pic>
    </p:spTree>
    <p:extLst>
      <p:ext uri="{BB962C8B-B14F-4D97-AF65-F5344CB8AC3E}">
        <p14:creationId xmlns:p14="http://schemas.microsoft.com/office/powerpoint/2010/main" val="1231665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2160588"/>
            <a:ext cx="6845300" cy="4468812"/>
          </a:xfrm>
        </p:spPr>
      </p:pic>
    </p:spTree>
    <p:extLst>
      <p:ext uri="{BB962C8B-B14F-4D97-AF65-F5344CB8AC3E}">
        <p14:creationId xmlns:p14="http://schemas.microsoft.com/office/powerpoint/2010/main" val="269966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800" dirty="0"/>
              <a:t>Sampling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60588"/>
            <a:ext cx="6934200" cy="4545012"/>
          </a:xfrm>
        </p:spPr>
      </p:pic>
    </p:spTree>
    <p:extLst>
      <p:ext uri="{BB962C8B-B14F-4D97-AF65-F5344CB8AC3E}">
        <p14:creationId xmlns:p14="http://schemas.microsoft.com/office/powerpoint/2010/main" val="16456713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F508CA6CBB9F41B0E659A0456FDCBF" ma:contentTypeVersion="2" ma:contentTypeDescription="Create a new document." ma:contentTypeScope="" ma:versionID="8ff4de326ec099097af1380c6b67e4c5">
  <xsd:schema xmlns:xsd="http://www.w3.org/2001/XMLSchema" xmlns:xs="http://www.w3.org/2001/XMLSchema" xmlns:p="http://schemas.microsoft.com/office/2006/metadata/properties" xmlns:ns2="172c52ad-94ca-4388-885d-68e24584d8e8" targetNamespace="http://schemas.microsoft.com/office/2006/metadata/properties" ma:root="true" ma:fieldsID="db40f108571829cbdb9c56ee75dad409" ns2:_="">
    <xsd:import namespace="172c52ad-94ca-4388-885d-68e24584d8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c52ad-94ca-4388-885d-68e24584d8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B69386-55D9-4306-8948-BEA6E16490CC}"/>
</file>

<file path=customXml/itemProps2.xml><?xml version="1.0" encoding="utf-8"?>
<ds:datastoreItem xmlns:ds="http://schemas.openxmlformats.org/officeDocument/2006/customXml" ds:itemID="{C4DD26A0-650D-42FF-AB95-D61001CB0F19}"/>
</file>

<file path=customXml/itemProps3.xml><?xml version="1.0" encoding="utf-8"?>
<ds:datastoreItem xmlns:ds="http://schemas.openxmlformats.org/officeDocument/2006/customXml" ds:itemID="{76073098-A7D4-4637-8351-0DF8EB2159B5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23</Words>
  <Application>Microsoft Office PowerPoint</Application>
  <PresentationFormat>Widescreen</PresentationFormat>
  <Paragraphs>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  <vt:lpstr>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</dc:title>
  <dc:creator>Windows User</dc:creator>
  <cp:lastModifiedBy>Windows User</cp:lastModifiedBy>
  <cp:revision>2</cp:revision>
  <dcterms:created xsi:type="dcterms:W3CDTF">2020-10-18T13:34:25Z</dcterms:created>
  <dcterms:modified xsi:type="dcterms:W3CDTF">2020-10-18T13:44:02Z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0x010100DDF508CA6CBB9F41B0E659A0456FDCBF</vt:lpwstr>
  </property>
</Properties>
</file>