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60" d="100"/>
          <a:sy n="60" d="100"/>
        </p:scale>
        <p:origin x="1140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1D1F2-696E-42A7-9D95-11D705B48A25}" type="datetimeFigureOut">
              <a:rPr lang="en-US" smtClean="0"/>
              <a:t>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B5B79-E282-4316-B3FB-4B7585B7A5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580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1D1F2-696E-42A7-9D95-11D705B48A25}" type="datetimeFigureOut">
              <a:rPr lang="en-US" smtClean="0"/>
              <a:t>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B5B79-E282-4316-B3FB-4B7585B7A5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081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1D1F2-696E-42A7-9D95-11D705B48A25}" type="datetimeFigureOut">
              <a:rPr lang="en-US" smtClean="0"/>
              <a:t>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B5B79-E282-4316-B3FB-4B7585B7A5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455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1D1F2-696E-42A7-9D95-11D705B48A25}" type="datetimeFigureOut">
              <a:rPr lang="en-US" smtClean="0"/>
              <a:t>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B5B79-E282-4316-B3FB-4B7585B7A5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580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1D1F2-696E-42A7-9D95-11D705B48A25}" type="datetimeFigureOut">
              <a:rPr lang="en-US" smtClean="0"/>
              <a:t>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B5B79-E282-4316-B3FB-4B7585B7A5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236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1D1F2-696E-42A7-9D95-11D705B48A25}" type="datetimeFigureOut">
              <a:rPr lang="en-US" smtClean="0"/>
              <a:t>1/25/2025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B5B79-E282-4316-B3FB-4B7585B7A5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631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1D1F2-696E-42A7-9D95-11D705B48A25}" type="datetimeFigureOut">
              <a:rPr lang="en-US" smtClean="0"/>
              <a:t>1/25/2025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B5B79-E282-4316-B3FB-4B7585B7A5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567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1D1F2-696E-42A7-9D95-11D705B48A25}" type="datetimeFigureOut">
              <a:rPr lang="en-US" smtClean="0"/>
              <a:t>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B5B79-E282-4316-B3FB-4B7585B7A5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725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1D1F2-696E-42A7-9D95-11D705B48A25}" type="datetimeFigureOut">
              <a:rPr lang="en-US" smtClean="0"/>
              <a:t>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B5B79-E282-4316-B3FB-4B7585B7A5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267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1D1F2-696E-42A7-9D95-11D705B48A25}" type="datetimeFigureOut">
              <a:rPr lang="en-US" smtClean="0"/>
              <a:t>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B5B79-E282-4316-B3FB-4B7585B7A5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059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1D1F2-696E-42A7-9D95-11D705B48A25}" type="datetimeFigureOut">
              <a:rPr lang="en-US" smtClean="0"/>
              <a:t>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B5B79-E282-4316-B3FB-4B7585B7A5F7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541806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1D1F2-696E-42A7-9D95-11D705B48A25}" type="datetimeFigureOut">
              <a:rPr lang="en-US" smtClean="0"/>
              <a:t>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B5B79-E282-4316-B3FB-4B7585B7A5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8779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1D1F2-696E-42A7-9D95-11D705B48A25}" type="datetimeFigureOut">
              <a:rPr lang="en-US" smtClean="0"/>
              <a:t>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B5B79-E282-4316-B3FB-4B7585B7A5F7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925599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1D1F2-696E-42A7-9D95-11D705B48A25}" type="datetimeFigureOut">
              <a:rPr lang="en-US" smtClean="0"/>
              <a:t>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B5B79-E282-4316-B3FB-4B7585B7A5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8329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1D1F2-696E-42A7-9D95-11D705B48A25}" type="datetimeFigureOut">
              <a:rPr lang="en-US" smtClean="0"/>
              <a:t>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B5B79-E282-4316-B3FB-4B7585B7A5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0334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1D1F2-696E-42A7-9D95-11D705B48A25}" type="datetimeFigureOut">
              <a:rPr lang="en-US" smtClean="0"/>
              <a:t>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B5B79-E282-4316-B3FB-4B7585B7A5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663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41D1F2-696E-42A7-9D95-11D705B48A25}" type="datetimeFigureOut">
              <a:rPr lang="en-US" smtClean="0"/>
              <a:t>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7DB5B79-E282-4316-B3FB-4B7585B7A5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858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182" y="-419096"/>
            <a:ext cx="6048386" cy="7574061"/>
          </a:xfrm>
        </p:spPr>
      </p:pic>
    </p:spTree>
    <p:extLst>
      <p:ext uri="{BB962C8B-B14F-4D97-AF65-F5344CB8AC3E}">
        <p14:creationId xmlns:p14="http://schemas.microsoft.com/office/powerpoint/2010/main" val="27106943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445" y="-416523"/>
            <a:ext cx="6770133" cy="7691045"/>
          </a:xfrm>
        </p:spPr>
      </p:pic>
    </p:spTree>
    <p:extLst>
      <p:ext uri="{BB962C8B-B14F-4D97-AF65-F5344CB8AC3E}">
        <p14:creationId xmlns:p14="http://schemas.microsoft.com/office/powerpoint/2010/main" val="3682385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876" y="-208548"/>
            <a:ext cx="6994587" cy="7657382"/>
          </a:xfrm>
        </p:spPr>
      </p:pic>
    </p:spTree>
    <p:extLst>
      <p:ext uri="{BB962C8B-B14F-4D97-AF65-F5344CB8AC3E}">
        <p14:creationId xmlns:p14="http://schemas.microsoft.com/office/powerpoint/2010/main" val="13715409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319" y="0"/>
            <a:ext cx="6973649" cy="8265212"/>
          </a:xfrm>
        </p:spPr>
      </p:pic>
    </p:spTree>
    <p:extLst>
      <p:ext uri="{BB962C8B-B14F-4D97-AF65-F5344CB8AC3E}">
        <p14:creationId xmlns:p14="http://schemas.microsoft.com/office/powerpoint/2010/main" val="16183795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138" y="-411749"/>
            <a:ext cx="8327188" cy="9218017"/>
          </a:xfrm>
        </p:spPr>
      </p:pic>
    </p:spTree>
    <p:extLst>
      <p:ext uri="{BB962C8B-B14F-4D97-AF65-F5344CB8AC3E}">
        <p14:creationId xmlns:p14="http://schemas.microsoft.com/office/powerpoint/2010/main" val="1538640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905" y="-443831"/>
            <a:ext cx="6863348" cy="7427264"/>
          </a:xfrm>
        </p:spPr>
      </p:pic>
    </p:spTree>
    <p:extLst>
      <p:ext uri="{BB962C8B-B14F-4D97-AF65-F5344CB8AC3E}">
        <p14:creationId xmlns:p14="http://schemas.microsoft.com/office/powerpoint/2010/main" val="2941267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741" y="-337206"/>
            <a:ext cx="7118016" cy="7532412"/>
          </a:xfrm>
        </p:spPr>
      </p:pic>
    </p:spTree>
    <p:extLst>
      <p:ext uri="{BB962C8B-B14F-4D97-AF65-F5344CB8AC3E}">
        <p14:creationId xmlns:p14="http://schemas.microsoft.com/office/powerpoint/2010/main" val="24977665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998" y="-363622"/>
            <a:ext cx="6287359" cy="7221828"/>
          </a:xfrm>
        </p:spPr>
      </p:pic>
    </p:spTree>
    <p:extLst>
      <p:ext uri="{BB962C8B-B14F-4D97-AF65-F5344CB8AC3E}">
        <p14:creationId xmlns:p14="http://schemas.microsoft.com/office/powerpoint/2010/main" val="24581876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543" y="0"/>
            <a:ext cx="8070573" cy="9667543"/>
          </a:xfrm>
        </p:spPr>
      </p:pic>
    </p:spTree>
    <p:extLst>
      <p:ext uri="{BB962C8B-B14F-4D97-AF65-F5344CB8AC3E}">
        <p14:creationId xmlns:p14="http://schemas.microsoft.com/office/powerpoint/2010/main" val="15272959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116" y="0"/>
            <a:ext cx="6559179" cy="7339064"/>
          </a:xfrm>
        </p:spPr>
      </p:pic>
    </p:spTree>
    <p:extLst>
      <p:ext uri="{BB962C8B-B14F-4D97-AF65-F5344CB8AC3E}">
        <p14:creationId xmlns:p14="http://schemas.microsoft.com/office/powerpoint/2010/main" val="14530936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397" y="-404970"/>
            <a:ext cx="6275214" cy="7351238"/>
          </a:xfrm>
        </p:spPr>
      </p:pic>
    </p:spTree>
    <p:extLst>
      <p:ext uri="{BB962C8B-B14F-4D97-AF65-F5344CB8AC3E}">
        <p14:creationId xmlns:p14="http://schemas.microsoft.com/office/powerpoint/2010/main" val="247684227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DF508CA6CBB9F41B0E659A0456FDCBF" ma:contentTypeVersion="2" ma:contentTypeDescription="Create a new document." ma:contentTypeScope="" ma:versionID="8ff4de326ec099097af1380c6b67e4c5">
  <xsd:schema xmlns:xsd="http://www.w3.org/2001/XMLSchema" xmlns:xs="http://www.w3.org/2001/XMLSchema" xmlns:p="http://schemas.microsoft.com/office/2006/metadata/properties" xmlns:ns2="172c52ad-94ca-4388-885d-68e24584d8e8" targetNamespace="http://schemas.microsoft.com/office/2006/metadata/properties" ma:root="true" ma:fieldsID="db40f108571829cbdb9c56ee75dad409" ns2:_="">
    <xsd:import namespace="172c52ad-94ca-4388-885d-68e24584d8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2c52ad-94ca-4388-885d-68e24584d8e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1072A44-5190-47B4-9A91-DCE49B344158}">
  <ds:schemaRefs>
    <ds:schemaRef ds:uri="http://purl.org/dc/elements/1.1/"/>
    <ds:schemaRef ds:uri="http://schemas.openxmlformats.org/package/2006/metadata/core-properties"/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172c52ad-94ca-4388-885d-68e24584d8e8"/>
    <ds:schemaRef ds:uri="http://purl.org/dc/dcmitype/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630D5118-BE22-4FE6-8BDE-08A6203B36A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0F9D372-682C-4588-B192-3543706063E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72c52ad-94ca-4388-885d-68e24584d8e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POISON DISTRIBUTION</dc:title>
  <dc:creator>Windows User</dc:creator>
  <cp:lastModifiedBy>Syscom</cp:lastModifiedBy>
  <cp:revision>3</cp:revision>
  <dcterms:created xsi:type="dcterms:W3CDTF">2020-10-06T20:21:04Z</dcterms:created>
  <dcterms:modified xsi:type="dcterms:W3CDTF">2025-01-25T10:47:39Z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0x010100DDF508CA6CBB9F41B0E659A0456FDCBF</vt:lpwstr>
  </property>
</Properties>
</file>