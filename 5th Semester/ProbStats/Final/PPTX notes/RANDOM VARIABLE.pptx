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91" r:id="rId10"/>
    <p:sldId id="292" r:id="rId11"/>
    <p:sldId id="293" r:id="rId12"/>
    <p:sldId id="283" r:id="rId13"/>
    <p:sldId id="284" r:id="rId14"/>
    <p:sldId id="285" r:id="rId15"/>
    <p:sldId id="294" r:id="rId16"/>
    <p:sldId id="295" r:id="rId17"/>
    <p:sldId id="296" r:id="rId18"/>
    <p:sldId id="297" r:id="rId19"/>
    <p:sldId id="286" r:id="rId20"/>
    <p:sldId id="287" r:id="rId21"/>
    <p:sldId id="288" r:id="rId22"/>
    <p:sldId id="289" r:id="rId23"/>
    <p:sldId id="290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1DFD3-F442-44B2-AFA8-27B1D8392BAE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15C76-FE3C-4E43-9210-BC1D07DD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50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1DFD3-F442-44B2-AFA8-27B1D8392BAE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15C76-FE3C-4E43-9210-BC1D07DD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9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1DFD3-F442-44B2-AFA8-27B1D8392BAE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15C76-FE3C-4E43-9210-BC1D07DD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5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1DFD3-F442-44B2-AFA8-27B1D8392BAE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15C76-FE3C-4E43-9210-BC1D07DD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1DFD3-F442-44B2-AFA8-27B1D8392BAE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15C76-FE3C-4E43-9210-BC1D07DD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4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1DFD3-F442-44B2-AFA8-27B1D8392BAE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15C76-FE3C-4E43-9210-BC1D07DD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8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1DFD3-F442-44B2-AFA8-27B1D8392BAE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15C76-FE3C-4E43-9210-BC1D07DD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05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1DFD3-F442-44B2-AFA8-27B1D8392BAE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15C76-FE3C-4E43-9210-BC1D07DD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13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1DFD3-F442-44B2-AFA8-27B1D8392BAE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15C76-FE3C-4E43-9210-BC1D07DD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7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1DFD3-F442-44B2-AFA8-27B1D8392BAE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15C76-FE3C-4E43-9210-BC1D07DD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1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1DFD3-F442-44B2-AFA8-27B1D8392BAE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15C76-FE3C-4E43-9210-BC1D07DD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25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1DFD3-F442-44B2-AFA8-27B1D8392BAE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15C76-FE3C-4E43-9210-BC1D07DDE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1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55" y="703215"/>
            <a:ext cx="6878010" cy="6763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755" y="2128065"/>
            <a:ext cx="6878010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3825" y="75732"/>
            <a:ext cx="13079650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20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77" y="387757"/>
            <a:ext cx="6630325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32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13" y="461548"/>
            <a:ext cx="11098174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9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28" y="0"/>
            <a:ext cx="11174384" cy="17433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28" y="1814439"/>
            <a:ext cx="11603069" cy="469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5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6167" y="285311"/>
            <a:ext cx="12784334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71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220" y="18574"/>
            <a:ext cx="12822439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8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11" y="312878"/>
            <a:ext cx="11946017" cy="25340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75" y="3266312"/>
            <a:ext cx="5334744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6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617" y="-137380"/>
            <a:ext cx="6084645" cy="123275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617" y="1095375"/>
            <a:ext cx="6724650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09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233" y="-479913"/>
            <a:ext cx="644842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76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311" y="0"/>
            <a:ext cx="644842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848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7786" y="-71120"/>
            <a:ext cx="12841492" cy="730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12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9483" y="1261760"/>
            <a:ext cx="12650965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1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70068"/>
            <a:ext cx="10647680" cy="16004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68" y="1551835"/>
            <a:ext cx="11412543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67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245" y="-126023"/>
            <a:ext cx="3286125" cy="2819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245" y="2693377"/>
            <a:ext cx="698182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0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175" y="709612"/>
            <a:ext cx="6343650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772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994" y="-303702"/>
            <a:ext cx="584835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1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743" y="862012"/>
            <a:ext cx="52959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266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9156" y="106816"/>
            <a:ext cx="12508071" cy="26006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0" y="2707504"/>
            <a:ext cx="10605492" cy="380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7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68" y="424795"/>
            <a:ext cx="9126224" cy="48298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68" y="5254644"/>
            <a:ext cx="9126224" cy="148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2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0930" y="42390"/>
            <a:ext cx="12793860" cy="677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6" y="866417"/>
            <a:ext cx="11479227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39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51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13" y="688186"/>
            <a:ext cx="10193173" cy="22101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35" y="2986204"/>
            <a:ext cx="9859751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92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25" y="522415"/>
            <a:ext cx="9323355" cy="23833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116" y="3095693"/>
            <a:ext cx="9040487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98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66" y="726142"/>
            <a:ext cx="9554908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228" y="922912"/>
            <a:ext cx="8030692" cy="8668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228" y="2406927"/>
            <a:ext cx="7011378" cy="5811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331" y="3701661"/>
            <a:ext cx="9840698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1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37" y="656238"/>
            <a:ext cx="4944165" cy="4858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747" y="3954224"/>
            <a:ext cx="7020905" cy="34199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667" y="1142081"/>
            <a:ext cx="7020905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11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45" y="585624"/>
            <a:ext cx="9323895" cy="23339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355" y="2771205"/>
            <a:ext cx="10488489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78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18" y="241882"/>
            <a:ext cx="10240804" cy="28769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532" y="2996913"/>
            <a:ext cx="10679015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13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11" y="1165399"/>
            <a:ext cx="9659698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7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95" y="572402"/>
            <a:ext cx="7059010" cy="7144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95" y="1500237"/>
            <a:ext cx="7992590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1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367" y="589227"/>
            <a:ext cx="7201905" cy="7621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061" y="2017878"/>
            <a:ext cx="7763958" cy="21720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30" y="4001243"/>
            <a:ext cx="11288700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6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50" y="96899"/>
            <a:ext cx="11107700" cy="28088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50" y="2987040"/>
            <a:ext cx="10765930" cy="376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651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03" y="235051"/>
            <a:ext cx="10945753" cy="30960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21" y="3331108"/>
            <a:ext cx="8726118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1005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76" y="616389"/>
            <a:ext cx="8440328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9756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69" y="905241"/>
            <a:ext cx="10326541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040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59" y="329111"/>
            <a:ext cx="7106642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6840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83" y="-29058"/>
            <a:ext cx="8659433" cy="655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299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7272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4921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614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1585</TotalTime>
  <Words>0</Words>
  <Application>Microsoft Office PowerPoint</Application>
  <PresentationFormat>Widescreen</PresentationFormat>
  <Paragraphs>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wajiz.pk</dc:creator>
  <cp:lastModifiedBy>abc</cp:lastModifiedBy>
  <cp:revision>23</cp:revision>
  <dcterms:created xsi:type="dcterms:W3CDTF">2025-01-11T16:03:36Z</dcterms:created>
  <dcterms:modified xsi:type="dcterms:W3CDTF">2025-01-13T05:51:57Z</dcterms:modified>
</cp:coreProperties>
</file>