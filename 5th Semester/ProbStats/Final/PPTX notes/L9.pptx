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4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0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1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0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65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39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40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15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7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8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D9FE6-59D8-468D-BDF5-A3F43FCF83F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97B1B-3852-41BE-8594-ACC2380C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93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143000"/>
            <a:ext cx="9144000" cy="297665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92305" y="4998183"/>
            <a:ext cx="1308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y = b0 + b1x</a:t>
            </a:r>
          </a:p>
        </p:txBody>
      </p:sp>
    </p:spTree>
    <p:extLst>
      <p:ext uri="{BB962C8B-B14F-4D97-AF65-F5344CB8AC3E}">
        <p14:creationId xmlns:p14="http://schemas.microsoft.com/office/powerpoint/2010/main" val="264137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80" y="1463040"/>
            <a:ext cx="8636000" cy="257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60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39" y="486580"/>
            <a:ext cx="6744641" cy="21053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925" y="2930641"/>
            <a:ext cx="1790950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9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95" y="891607"/>
            <a:ext cx="2905530" cy="35914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325" y="891607"/>
            <a:ext cx="6725589" cy="21148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797" y="3402607"/>
            <a:ext cx="5306165" cy="5811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009" y="4959273"/>
            <a:ext cx="6839905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9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48" y="796300"/>
            <a:ext cx="3928951" cy="54927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499" y="1305695"/>
            <a:ext cx="6925642" cy="388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0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-1880145"/>
            <a:ext cx="6096000" cy="1061829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mean_squared_error</a:t>
            </a:r>
            <a:endParaRPr lang="en-US" dirty="0"/>
          </a:p>
          <a:p>
            <a:endParaRPr lang="en-US" dirty="0"/>
          </a:p>
          <a:p>
            <a:r>
              <a:rPr lang="en-US" dirty="0"/>
              <a:t># Example data (X: independent variable, y: dependent variable)</a:t>
            </a:r>
          </a:p>
          <a:p>
            <a:r>
              <a:rPr lang="en-US" dirty="0"/>
              <a:t>X = </a:t>
            </a:r>
            <a:r>
              <a:rPr lang="en-US" dirty="0" err="1"/>
              <a:t>np.array</a:t>
            </a:r>
            <a:r>
              <a:rPr lang="en-US" dirty="0"/>
              <a:t>([1, 2, 3, 4, 5]).reshape(-1, 1)  # Reshape to 2D array</a:t>
            </a:r>
          </a:p>
          <a:p>
            <a:r>
              <a:rPr lang="en-US" dirty="0"/>
              <a:t>y = </a:t>
            </a:r>
            <a:r>
              <a:rPr lang="en-US" dirty="0" err="1"/>
              <a:t>np.array</a:t>
            </a:r>
            <a:r>
              <a:rPr lang="en-US" dirty="0"/>
              <a:t>([2, 4, 5, 4, 5])</a:t>
            </a:r>
          </a:p>
          <a:p>
            <a:endParaRPr lang="en-US" dirty="0"/>
          </a:p>
          <a:p>
            <a:r>
              <a:rPr lang="en-US" dirty="0"/>
              <a:t># Create a Linear Regression model</a:t>
            </a:r>
          </a:p>
          <a:p>
            <a:r>
              <a:rPr lang="en-US" dirty="0"/>
              <a:t>model 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# Fit the model</a:t>
            </a:r>
          </a:p>
          <a:p>
            <a:r>
              <a:rPr lang="en-US" dirty="0" err="1"/>
              <a:t>model.fit</a:t>
            </a:r>
            <a:r>
              <a:rPr lang="en-US" dirty="0"/>
              <a:t>(X, y)</a:t>
            </a:r>
          </a:p>
          <a:p>
            <a:endParaRPr lang="en-US" dirty="0"/>
          </a:p>
          <a:p>
            <a:r>
              <a:rPr lang="en-US" dirty="0"/>
              <a:t># Regression coefficients</a:t>
            </a:r>
          </a:p>
          <a:p>
            <a:r>
              <a:rPr lang="en-US" dirty="0"/>
              <a:t>slope = </a:t>
            </a:r>
            <a:r>
              <a:rPr lang="en-US" dirty="0" err="1"/>
              <a:t>model.coef</a:t>
            </a:r>
            <a:r>
              <a:rPr lang="en-US" dirty="0"/>
              <a:t>_[0]</a:t>
            </a:r>
          </a:p>
          <a:p>
            <a:r>
              <a:rPr lang="en-US" dirty="0"/>
              <a:t>intercept = </a:t>
            </a:r>
            <a:r>
              <a:rPr lang="en-US" dirty="0" err="1"/>
              <a:t>model.intercept</a:t>
            </a:r>
            <a:r>
              <a:rPr lang="en-US" dirty="0"/>
              <a:t>_</a:t>
            </a:r>
          </a:p>
          <a:p>
            <a:endParaRPr lang="en-US" dirty="0"/>
          </a:p>
          <a:p>
            <a:r>
              <a:rPr lang="en-US" dirty="0"/>
              <a:t># Display the regression equation</a:t>
            </a:r>
          </a:p>
          <a:p>
            <a:r>
              <a:rPr lang="en-US" dirty="0"/>
              <a:t>print(</a:t>
            </a:r>
            <a:r>
              <a:rPr lang="en-US" dirty="0" err="1"/>
              <a:t>f"Regression</a:t>
            </a:r>
            <a:r>
              <a:rPr lang="en-US" dirty="0"/>
              <a:t> equation: y = {slope:.2f}x + {intercept:.2f}")</a:t>
            </a:r>
          </a:p>
          <a:p>
            <a:endParaRPr lang="en-US" dirty="0"/>
          </a:p>
          <a:p>
            <a:r>
              <a:rPr lang="en-US" dirty="0"/>
              <a:t># Make predictions</a:t>
            </a:r>
          </a:p>
          <a:p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model.predict</a:t>
            </a:r>
            <a:r>
              <a:rPr lang="en-US" dirty="0"/>
              <a:t>(X)</a:t>
            </a:r>
          </a:p>
          <a:p>
            <a:endParaRPr lang="en-US" dirty="0"/>
          </a:p>
          <a:p>
            <a:r>
              <a:rPr lang="en-US" dirty="0"/>
              <a:t># Calculate Mean Squared Error</a:t>
            </a:r>
          </a:p>
          <a:p>
            <a:r>
              <a:rPr lang="en-US" dirty="0" err="1"/>
              <a:t>mse</a:t>
            </a:r>
            <a:r>
              <a:rPr lang="en-US" dirty="0"/>
              <a:t> = </a:t>
            </a:r>
            <a:r>
              <a:rPr lang="en-US" dirty="0" err="1"/>
              <a:t>mean_squared_error</a:t>
            </a:r>
            <a:r>
              <a:rPr lang="en-US" dirty="0"/>
              <a:t>(y, </a:t>
            </a:r>
            <a:r>
              <a:rPr lang="en-US" dirty="0" err="1"/>
              <a:t>y_pred</a:t>
            </a:r>
            <a:r>
              <a:rPr lang="en-US" dirty="0"/>
              <a:t>)</a:t>
            </a:r>
          </a:p>
          <a:p>
            <a:r>
              <a:rPr lang="en-US" dirty="0"/>
              <a:t>print(</a:t>
            </a:r>
            <a:r>
              <a:rPr lang="en-US" dirty="0" err="1"/>
              <a:t>f"Mean</a:t>
            </a:r>
            <a:r>
              <a:rPr lang="en-US" dirty="0"/>
              <a:t> Squared Error: {mse:.2f}")</a:t>
            </a:r>
          </a:p>
          <a:p>
            <a:endParaRPr lang="en-US" dirty="0"/>
          </a:p>
          <a:p>
            <a:r>
              <a:rPr lang="en-US" dirty="0"/>
              <a:t># Plot the results</a:t>
            </a:r>
          </a:p>
          <a:p>
            <a:r>
              <a:rPr lang="en-US" dirty="0" err="1"/>
              <a:t>plt.scatter</a:t>
            </a:r>
            <a:r>
              <a:rPr lang="en-US" dirty="0"/>
              <a:t>(X, y, color='blue', label='Actual data')</a:t>
            </a:r>
          </a:p>
          <a:p>
            <a:r>
              <a:rPr lang="en-US" dirty="0" err="1"/>
              <a:t>plt.plot</a:t>
            </a:r>
            <a:r>
              <a:rPr lang="en-US" dirty="0"/>
              <a:t>(X, </a:t>
            </a:r>
            <a:r>
              <a:rPr lang="en-US" dirty="0" err="1"/>
              <a:t>y_pred</a:t>
            </a:r>
            <a:r>
              <a:rPr lang="en-US" dirty="0"/>
              <a:t>, color='red', label='Regression line')</a:t>
            </a:r>
          </a:p>
          <a:p>
            <a:r>
              <a:rPr lang="en-US" dirty="0" err="1"/>
              <a:t>plt.xlabel</a:t>
            </a:r>
            <a:r>
              <a:rPr lang="en-US" dirty="0"/>
              <a:t>('X')</a:t>
            </a:r>
          </a:p>
          <a:p>
            <a:r>
              <a:rPr lang="en-US" dirty="0" err="1"/>
              <a:t>plt.ylabel</a:t>
            </a:r>
            <a:r>
              <a:rPr lang="en-US" dirty="0"/>
              <a:t>('y')</a:t>
            </a:r>
          </a:p>
          <a:p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r>
              <a:rPr lang="en-US" dirty="0" err="1"/>
              <a:t>plt.title</a:t>
            </a:r>
            <a:r>
              <a:rPr lang="en-US" dirty="0"/>
              <a:t>('Simple Linear Regression')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2617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13840" y="1843316"/>
            <a:ext cx="6096000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endParaRPr lang="en-US" dirty="0"/>
          </a:p>
          <a:p>
            <a:endParaRPr lang="en-US" dirty="0"/>
          </a:p>
          <a:p>
            <a:r>
              <a:rPr lang="en-US" sz="3200" b="1" dirty="0"/>
              <a:t># One-liner for </a:t>
            </a:r>
            <a:r>
              <a:rPr lang="en-US" sz="3200" b="1" dirty="0" smtClean="0"/>
              <a:t>regression</a:t>
            </a:r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dirty="0"/>
              <a:t>model = </a:t>
            </a:r>
            <a:r>
              <a:rPr lang="en-US" dirty="0" err="1"/>
              <a:t>LinearRegression</a:t>
            </a:r>
            <a:r>
              <a:rPr lang="en-US" dirty="0"/>
              <a:t>().fit(X, y)  # Fit model</a:t>
            </a:r>
          </a:p>
        </p:txBody>
      </p:sp>
    </p:spTree>
    <p:extLst>
      <p:ext uri="{BB962C8B-B14F-4D97-AF65-F5344CB8AC3E}">
        <p14:creationId xmlns:p14="http://schemas.microsoft.com/office/powerpoint/2010/main" val="1494952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666364"/>
            <a:ext cx="6924085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2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92648"/>
            <a:ext cx="8757920" cy="368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05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2" y="892040"/>
            <a:ext cx="6887536" cy="29789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064" y="4235399"/>
            <a:ext cx="7030431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45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089" y="558801"/>
            <a:ext cx="7650476" cy="14935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55" y="1942414"/>
            <a:ext cx="6878010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22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576" y="1104133"/>
            <a:ext cx="6573167" cy="225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15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468" y="1995287"/>
            <a:ext cx="6897063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77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endParaRPr lang="en-US" dirty="0"/>
          </a:p>
          <a:p>
            <a:r>
              <a:rPr lang="en-US" dirty="0"/>
              <a:t># Example data</a:t>
            </a:r>
          </a:p>
          <a:p>
            <a:r>
              <a:rPr lang="en-US" dirty="0"/>
              <a:t>X = </a:t>
            </a:r>
            <a:r>
              <a:rPr lang="en-US" dirty="0" err="1"/>
              <a:t>np.array</a:t>
            </a:r>
            <a:r>
              <a:rPr lang="en-US" dirty="0"/>
              <a:t>([1, 2, 3, 4, 5]).reshape(-1, 1)  # Reshape to 2D array</a:t>
            </a:r>
          </a:p>
          <a:p>
            <a:r>
              <a:rPr lang="en-US" dirty="0"/>
              <a:t>y = </a:t>
            </a:r>
            <a:r>
              <a:rPr lang="en-US" dirty="0" err="1"/>
              <a:t>np.array</a:t>
            </a:r>
            <a:r>
              <a:rPr lang="en-US" dirty="0"/>
              <a:t>([2, 4, 5, 4, 5])</a:t>
            </a:r>
          </a:p>
          <a:p>
            <a:endParaRPr lang="en-US" dirty="0"/>
          </a:p>
          <a:p>
            <a:r>
              <a:rPr lang="en-US" dirty="0"/>
              <a:t># Fit the regression model</a:t>
            </a:r>
          </a:p>
          <a:p>
            <a:r>
              <a:rPr lang="en-US" dirty="0"/>
              <a:t>model = </a:t>
            </a:r>
            <a:r>
              <a:rPr lang="en-US" dirty="0" err="1"/>
              <a:t>LinearRegression</a:t>
            </a:r>
            <a:r>
              <a:rPr lang="en-US" dirty="0"/>
              <a:t>().fit(X, y)</a:t>
            </a:r>
          </a:p>
          <a:p>
            <a:endParaRPr lang="en-US" dirty="0"/>
          </a:p>
          <a:p>
            <a:r>
              <a:rPr lang="en-US" dirty="0"/>
              <a:t># Get the R^2 value</a:t>
            </a:r>
          </a:p>
          <a:p>
            <a:r>
              <a:rPr lang="en-US" dirty="0" err="1"/>
              <a:t>r_squared</a:t>
            </a:r>
            <a:r>
              <a:rPr lang="en-US" dirty="0"/>
              <a:t> = </a:t>
            </a:r>
            <a:r>
              <a:rPr lang="en-US" dirty="0" err="1"/>
              <a:t>model.score</a:t>
            </a:r>
            <a:r>
              <a:rPr lang="en-US" dirty="0"/>
              <a:t>(X, y)</a:t>
            </a:r>
          </a:p>
          <a:p>
            <a:r>
              <a:rPr lang="en-US" dirty="0"/>
              <a:t>print(</a:t>
            </a:r>
            <a:r>
              <a:rPr lang="en-US" dirty="0" err="1"/>
              <a:t>f"Coefficient</a:t>
            </a:r>
            <a:r>
              <a:rPr lang="en-US" dirty="0"/>
              <a:t> of Determination (R^2): {r_squared:.2f}")</a:t>
            </a:r>
          </a:p>
        </p:txBody>
      </p:sp>
    </p:spTree>
    <p:extLst>
      <p:ext uri="{BB962C8B-B14F-4D97-AF65-F5344CB8AC3E}">
        <p14:creationId xmlns:p14="http://schemas.microsoft.com/office/powerpoint/2010/main" val="1374697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50378" y="2126734"/>
            <a:ext cx="4857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r_squared</a:t>
            </a:r>
            <a:r>
              <a:rPr lang="en-US" dirty="0"/>
              <a:t> = </a:t>
            </a:r>
            <a:r>
              <a:rPr lang="en-US" dirty="0" err="1"/>
              <a:t>LinearRegression</a:t>
            </a:r>
            <a:r>
              <a:rPr lang="en-US" dirty="0"/>
              <a:t>().fit(X, y).score(X, y)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415" y="1126133"/>
            <a:ext cx="8021169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47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72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316</Words>
  <Application>Microsoft Office PowerPoint</Application>
  <PresentationFormat>Widescreen</PresentationFormat>
  <Paragraphs>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wajiz.pk</dc:creator>
  <cp:lastModifiedBy>student</cp:lastModifiedBy>
  <cp:revision>13</cp:revision>
  <dcterms:created xsi:type="dcterms:W3CDTF">2025-01-05T01:25:55Z</dcterms:created>
  <dcterms:modified xsi:type="dcterms:W3CDTF">2025-01-06T06:56:15Z</dcterms:modified>
</cp:coreProperties>
</file>