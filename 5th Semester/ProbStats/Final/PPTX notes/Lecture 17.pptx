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2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1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0" r:id="rId1"/>
  </p:sldMasterIdLst>
  <p:sldIdLst>
    <p:sldId id="270" r:id="rId2"/>
    <p:sldId id="271" r:id="rId3"/>
    <p:sldId id="272" r:id="rId4"/>
    <p:sldId id="273" r:id="rId5"/>
    <p:sldId id="269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1260" y="-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F6F95-3CAD-44F8-B36F-FD3A5C8C532E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835FD-49E2-4EF1-B3C8-B55BE5189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134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F6F95-3CAD-44F8-B36F-FD3A5C8C532E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835FD-49E2-4EF1-B3C8-B55BE5189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714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F6F95-3CAD-44F8-B36F-FD3A5C8C532E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835FD-49E2-4EF1-B3C8-B55BE5189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960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F6F95-3CAD-44F8-B36F-FD3A5C8C532E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835FD-49E2-4EF1-B3C8-B55BE5189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686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F6F95-3CAD-44F8-B36F-FD3A5C8C532E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835FD-49E2-4EF1-B3C8-B55BE5189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579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F6F95-3CAD-44F8-B36F-FD3A5C8C532E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835FD-49E2-4EF1-B3C8-B55BE5189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860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F6F95-3CAD-44F8-B36F-FD3A5C8C532E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835FD-49E2-4EF1-B3C8-B55BE5189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817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F6F95-3CAD-44F8-B36F-FD3A5C8C532E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835FD-49E2-4EF1-B3C8-B55BE5189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893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F6F95-3CAD-44F8-B36F-FD3A5C8C532E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835FD-49E2-4EF1-B3C8-B55BE5189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118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F6F95-3CAD-44F8-B36F-FD3A5C8C532E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835FD-49E2-4EF1-B3C8-B55BE5189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14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F6F95-3CAD-44F8-B36F-FD3A5C8C532E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835FD-49E2-4EF1-B3C8-B55BE5189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069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5F6F95-3CAD-44F8-B36F-FD3A5C8C532E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B835FD-49E2-4EF1-B3C8-B55BE5189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175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Joint Probability Distribution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045" y="1825625"/>
            <a:ext cx="4139909" cy="4351338"/>
          </a:xfrm>
        </p:spPr>
      </p:pic>
    </p:spTree>
    <p:extLst>
      <p:ext uri="{BB962C8B-B14F-4D97-AF65-F5344CB8AC3E}">
        <p14:creationId xmlns:p14="http://schemas.microsoft.com/office/powerpoint/2010/main" val="3139472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Joint Probability Distribution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1400" y="1825625"/>
            <a:ext cx="4203700" cy="4351338"/>
          </a:xfrm>
        </p:spPr>
      </p:pic>
    </p:spTree>
    <p:extLst>
      <p:ext uri="{BB962C8B-B14F-4D97-AF65-F5344CB8AC3E}">
        <p14:creationId xmlns:p14="http://schemas.microsoft.com/office/powerpoint/2010/main" val="3268323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Joint Probability Distribution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600" y="1825625"/>
            <a:ext cx="4318000" cy="4351338"/>
          </a:xfrm>
        </p:spPr>
      </p:pic>
    </p:spTree>
    <p:extLst>
      <p:ext uri="{BB962C8B-B14F-4D97-AF65-F5344CB8AC3E}">
        <p14:creationId xmlns:p14="http://schemas.microsoft.com/office/powerpoint/2010/main" val="661962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Joint Probability Distribution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000" y="1825625"/>
            <a:ext cx="4889500" cy="4351338"/>
          </a:xfrm>
        </p:spPr>
      </p:pic>
    </p:spTree>
    <p:extLst>
      <p:ext uri="{BB962C8B-B14F-4D97-AF65-F5344CB8AC3E}">
        <p14:creationId xmlns:p14="http://schemas.microsoft.com/office/powerpoint/2010/main" val="1258848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Joint Probability Distribution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0900" y="1825625"/>
            <a:ext cx="505459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479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Joint Probability Distribution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3300" y="1690691"/>
            <a:ext cx="4597400" cy="4468809"/>
          </a:xfrm>
        </p:spPr>
      </p:pic>
    </p:spTree>
    <p:extLst>
      <p:ext uri="{BB962C8B-B14F-4D97-AF65-F5344CB8AC3E}">
        <p14:creationId xmlns:p14="http://schemas.microsoft.com/office/powerpoint/2010/main" val="3724917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Joint Probability Distribution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500" y="1690690"/>
            <a:ext cx="4610100" cy="4443409"/>
          </a:xfrm>
        </p:spPr>
      </p:pic>
    </p:spTree>
    <p:extLst>
      <p:ext uri="{BB962C8B-B14F-4D97-AF65-F5344CB8AC3E}">
        <p14:creationId xmlns:p14="http://schemas.microsoft.com/office/powerpoint/2010/main" val="2063624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Joint Probability Distribution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9300" y="1825625"/>
            <a:ext cx="4762500" cy="4351338"/>
          </a:xfrm>
        </p:spPr>
      </p:pic>
    </p:spTree>
    <p:extLst>
      <p:ext uri="{BB962C8B-B14F-4D97-AF65-F5344CB8AC3E}">
        <p14:creationId xmlns:p14="http://schemas.microsoft.com/office/powerpoint/2010/main" val="4074304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Joint Probability Distribution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6800" y="1825625"/>
            <a:ext cx="4610100" cy="4351338"/>
          </a:xfrm>
        </p:spPr>
      </p:pic>
    </p:spTree>
    <p:extLst>
      <p:ext uri="{BB962C8B-B14F-4D97-AF65-F5344CB8AC3E}">
        <p14:creationId xmlns:p14="http://schemas.microsoft.com/office/powerpoint/2010/main" val="2918650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Joint Probability Distribution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700" y="1825625"/>
            <a:ext cx="4775200" cy="4351338"/>
          </a:xfrm>
        </p:spPr>
      </p:pic>
    </p:spTree>
    <p:extLst>
      <p:ext uri="{BB962C8B-B14F-4D97-AF65-F5344CB8AC3E}">
        <p14:creationId xmlns:p14="http://schemas.microsoft.com/office/powerpoint/2010/main" val="2267463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Joint Probability Distribution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1825625"/>
            <a:ext cx="5727700" cy="4351338"/>
          </a:xfrm>
        </p:spPr>
      </p:pic>
    </p:spTree>
    <p:extLst>
      <p:ext uri="{BB962C8B-B14F-4D97-AF65-F5344CB8AC3E}">
        <p14:creationId xmlns:p14="http://schemas.microsoft.com/office/powerpoint/2010/main" val="9144587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Joint Probability Distribution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500" y="1825625"/>
            <a:ext cx="4610100" cy="4351338"/>
          </a:xfrm>
        </p:spPr>
      </p:pic>
    </p:spTree>
    <p:extLst>
      <p:ext uri="{BB962C8B-B14F-4D97-AF65-F5344CB8AC3E}">
        <p14:creationId xmlns:p14="http://schemas.microsoft.com/office/powerpoint/2010/main" val="1653383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Joint Probability Distribution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700" y="1825625"/>
            <a:ext cx="4851400" cy="4351338"/>
          </a:xfrm>
        </p:spPr>
      </p:pic>
    </p:spTree>
    <p:extLst>
      <p:ext uri="{BB962C8B-B14F-4D97-AF65-F5344CB8AC3E}">
        <p14:creationId xmlns:p14="http://schemas.microsoft.com/office/powerpoint/2010/main" val="4245759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Joint Probability Distribution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4100" y="1825625"/>
            <a:ext cx="4457700" cy="4351338"/>
          </a:xfrm>
        </p:spPr>
      </p:pic>
    </p:spTree>
    <p:extLst>
      <p:ext uri="{BB962C8B-B14F-4D97-AF65-F5344CB8AC3E}">
        <p14:creationId xmlns:p14="http://schemas.microsoft.com/office/powerpoint/2010/main" val="7087345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Joint Probability Distribution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1825625"/>
            <a:ext cx="4876800" cy="4351338"/>
          </a:xfrm>
        </p:spPr>
      </p:pic>
    </p:spTree>
    <p:extLst>
      <p:ext uri="{BB962C8B-B14F-4D97-AF65-F5344CB8AC3E}">
        <p14:creationId xmlns:p14="http://schemas.microsoft.com/office/powerpoint/2010/main" val="9819477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Joint Probability Distribution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700" y="1825625"/>
            <a:ext cx="4495800" cy="4351338"/>
          </a:xfrm>
        </p:spPr>
      </p:pic>
    </p:spTree>
    <p:extLst>
      <p:ext uri="{BB962C8B-B14F-4D97-AF65-F5344CB8AC3E}">
        <p14:creationId xmlns:p14="http://schemas.microsoft.com/office/powerpoint/2010/main" val="6492682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Joint Probability Distribution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8500" y="1825625"/>
            <a:ext cx="5270499" cy="4351338"/>
          </a:xfrm>
        </p:spPr>
      </p:pic>
    </p:spTree>
    <p:extLst>
      <p:ext uri="{BB962C8B-B14F-4D97-AF65-F5344CB8AC3E}">
        <p14:creationId xmlns:p14="http://schemas.microsoft.com/office/powerpoint/2010/main" val="1177151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DF508CA6CBB9F41B0E659A0456FDCBF" ma:contentTypeVersion="2" ma:contentTypeDescription="Create a new document." ma:contentTypeScope="" ma:versionID="8ff4de326ec099097af1380c6b67e4c5">
  <xsd:schema xmlns:xsd="http://www.w3.org/2001/XMLSchema" xmlns:xs="http://www.w3.org/2001/XMLSchema" xmlns:p="http://schemas.microsoft.com/office/2006/metadata/properties" xmlns:ns2="172c52ad-94ca-4388-885d-68e24584d8e8" targetNamespace="http://schemas.microsoft.com/office/2006/metadata/properties" ma:root="true" ma:fieldsID="db40f108571829cbdb9c56ee75dad409" ns2:_="">
    <xsd:import namespace="172c52ad-94ca-4388-885d-68e24584d8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2c52ad-94ca-4388-885d-68e24584d8e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7D92382-0034-455D-B589-E6D98DB3F65F}"/>
</file>

<file path=customXml/itemProps2.xml><?xml version="1.0" encoding="utf-8"?>
<ds:datastoreItem xmlns:ds="http://schemas.openxmlformats.org/officeDocument/2006/customXml" ds:itemID="{79352540-C7FB-49C1-B27F-FFAC93E7053C}"/>
</file>

<file path=customXml/itemProps3.xml><?xml version="1.0" encoding="utf-8"?>
<ds:datastoreItem xmlns:ds="http://schemas.openxmlformats.org/officeDocument/2006/customXml" ds:itemID="{3AA01D78-B115-47E1-BD3A-A5F4ED0D93DB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</TotalTime>
  <Words>51</Words>
  <Application>Microsoft Office PowerPoint</Application>
  <PresentationFormat>On-screen Show (4:3)</PresentationFormat>
  <Paragraphs>17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Joint Probability Distribution</vt:lpstr>
      <vt:lpstr>Joint Probability Distribution</vt:lpstr>
      <vt:lpstr>Joint Probability Distribution</vt:lpstr>
      <vt:lpstr>Joint Probability Distribution</vt:lpstr>
      <vt:lpstr>Joint Probability Distribution</vt:lpstr>
      <vt:lpstr>Joint Probability Distribution</vt:lpstr>
      <vt:lpstr>Joint Probability Distribution</vt:lpstr>
      <vt:lpstr>Joint Probability Distribution</vt:lpstr>
      <vt:lpstr>Joint Probability Distribution</vt:lpstr>
      <vt:lpstr>Joint Probability Distribution</vt:lpstr>
      <vt:lpstr>Joint Probability Distribution</vt:lpstr>
      <vt:lpstr>Joint Probability Distribution</vt:lpstr>
      <vt:lpstr>Joint Probability Distribution</vt:lpstr>
      <vt:lpstr>Joint Probability Distribution</vt:lpstr>
      <vt:lpstr>Joint Probability Distribution</vt:lpstr>
      <vt:lpstr>Joint Probability Distribution</vt:lpstr>
      <vt:lpstr>Joint Probability Distribution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mobin siddiqui</dc:creator>
  <cp:lastModifiedBy>mobin siddiqui</cp:lastModifiedBy>
  <cp:revision>3</cp:revision>
  <dcterms:created xsi:type="dcterms:W3CDTF">2020-09-22T20:19:46Z</dcterms:created>
  <dcterms:modified xsi:type="dcterms:W3CDTF">2020-09-22T20:47:21Z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0x010100DDF508CA6CBB9F41B0E659A0456FDCBF</vt:lpwstr>
  </property>
</Properties>
</file>