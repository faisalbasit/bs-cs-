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8" r:id="rId4"/>
    <p:sldId id="259" r:id="rId5"/>
    <p:sldId id="260" r:id="rId6"/>
    <p:sldId id="257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6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43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9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51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04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70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3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8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6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9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5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C069E-778A-465A-9122-8A5B24E3127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39C86-9E87-458B-884A-084CC98B5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1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152" y="868594"/>
            <a:ext cx="8211696" cy="19863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571" y="3027299"/>
            <a:ext cx="8754697" cy="9050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443" y="4678637"/>
            <a:ext cx="1619476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59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16" y="512824"/>
            <a:ext cx="10726647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75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0" y="13973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Standardization</a:t>
            </a:r>
            <a:r>
              <a:rPr lang="en-US" dirty="0" smtClean="0"/>
              <a:t>: Transforming data to a standard normal distribution (z-scores) improves performance in algorithms sensitive to feature scales.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Log-Transformations</a:t>
            </a:r>
            <a:r>
              <a:rPr lang="en-US" dirty="0" smtClean="0"/>
              <a:t>: Used to make skewed data more normally distributed for better interpretability and model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9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23" y="574176"/>
            <a:ext cx="8362697" cy="404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749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48" y="326121"/>
            <a:ext cx="10450383" cy="38486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23" y="4313775"/>
            <a:ext cx="8659433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4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77" y="480771"/>
            <a:ext cx="8497486" cy="34580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994" y="4052128"/>
            <a:ext cx="6639852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02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26" y="529015"/>
            <a:ext cx="8287907" cy="36866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68" y="4128253"/>
            <a:ext cx="7497221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83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21" y="1584758"/>
            <a:ext cx="9869277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3" y="1404370"/>
            <a:ext cx="10374173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03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6720" y="1105376"/>
            <a:ext cx="91236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000000"/>
                </a:solidFill>
                <a:effectLst/>
                <a:latin typeface="Open Sans"/>
              </a:rPr>
              <a:t>A binomial random variable can also be approximated by using normal random variable methods discussed above. This approximation can take place as long as:</a:t>
            </a:r>
          </a:p>
          <a:p>
            <a:pPr>
              <a:buFont typeface="+mj-lt"/>
              <a:buAutoNum type="arabi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Open Sans"/>
              </a:rPr>
              <a:t>The population size must be </a:t>
            </a:r>
            <a:r>
              <a:rPr lang="en-US" b="1" i="0" dirty="0" smtClean="0">
                <a:solidFill>
                  <a:srgbClr val="000000"/>
                </a:solidFill>
                <a:effectLst/>
                <a:latin typeface="Open Sans"/>
              </a:rPr>
              <a:t>at least 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Open Sans"/>
              </a:rPr>
              <a:t>10 times the sample size.</a:t>
            </a:r>
            <a:endParaRPr lang="en-US" b="0" i="0" dirty="0">
              <a:solidFill>
                <a:srgbClr val="000000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48475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75" y="865584"/>
            <a:ext cx="11031489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22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57" y="1218037"/>
            <a:ext cx="10602805" cy="30198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718" y="4090497"/>
            <a:ext cx="8916644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8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55" y="1152207"/>
            <a:ext cx="11031489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48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72" y="1776182"/>
            <a:ext cx="8992855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58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93" y="1246679"/>
            <a:ext cx="10555173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49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69" y="1082703"/>
            <a:ext cx="10869542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50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769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204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942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70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1905</TotalTime>
  <Words>71</Words>
  <Application>Microsoft Office PowerPoint</Application>
  <PresentationFormat>Widescreen</PresentationFormat>
  <Paragraphs>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wajiz.pk</dc:creator>
  <cp:lastModifiedBy>abc</cp:lastModifiedBy>
  <cp:revision>10</cp:revision>
  <dcterms:created xsi:type="dcterms:W3CDTF">2025-01-13T15:23:05Z</dcterms:created>
  <dcterms:modified xsi:type="dcterms:W3CDTF">2025-01-15T10:07:04Z</dcterms:modified>
</cp:coreProperties>
</file>