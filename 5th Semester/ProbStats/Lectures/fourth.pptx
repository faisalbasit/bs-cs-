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0" r:id="rId4"/>
    <p:sldId id="258" r:id="rId5"/>
    <p:sldId id="259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54" y="5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50FD2C-F456-459D-8F0E-1AB691922DE5}" type="datetimeFigureOut">
              <a:rPr lang="en-US" smtClean="0"/>
              <a:t>11/7/2024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08C4E6-5B19-4185-821D-7253EF1EB6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52054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50FD2C-F456-459D-8F0E-1AB691922DE5}" type="datetimeFigureOut">
              <a:rPr lang="en-US" smtClean="0"/>
              <a:t>11/7/2024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08C4E6-5B19-4185-821D-7253EF1EB6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85575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50FD2C-F456-459D-8F0E-1AB691922DE5}" type="datetimeFigureOut">
              <a:rPr lang="en-US" smtClean="0"/>
              <a:t>11/7/2024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08C4E6-5B19-4185-821D-7253EF1EB6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86618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50FD2C-F456-459D-8F0E-1AB691922DE5}" type="datetimeFigureOut">
              <a:rPr lang="en-US" smtClean="0"/>
              <a:t>11/7/2024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08C4E6-5B19-4185-821D-7253EF1EB6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73367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50FD2C-F456-459D-8F0E-1AB691922DE5}" type="datetimeFigureOut">
              <a:rPr lang="en-US" smtClean="0"/>
              <a:t>11/7/2024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08C4E6-5B19-4185-821D-7253EF1EB6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06404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50FD2C-F456-459D-8F0E-1AB691922DE5}" type="datetimeFigureOut">
              <a:rPr lang="en-US" smtClean="0"/>
              <a:t>11/7/2024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08C4E6-5B19-4185-821D-7253EF1EB6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08603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50FD2C-F456-459D-8F0E-1AB691922DE5}" type="datetimeFigureOut">
              <a:rPr lang="en-US" smtClean="0"/>
              <a:t>11/7/2024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08C4E6-5B19-4185-821D-7253EF1EB6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04461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50FD2C-F456-459D-8F0E-1AB691922DE5}" type="datetimeFigureOut">
              <a:rPr lang="en-US" smtClean="0"/>
              <a:t>11/7/2024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08C4E6-5B19-4185-821D-7253EF1EB6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91783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50FD2C-F456-459D-8F0E-1AB691922DE5}" type="datetimeFigureOut">
              <a:rPr lang="en-US" smtClean="0"/>
              <a:t>11/7/2024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08C4E6-5B19-4185-821D-7253EF1EB6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83416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50FD2C-F456-459D-8F0E-1AB691922DE5}" type="datetimeFigureOut">
              <a:rPr lang="en-US" smtClean="0"/>
              <a:t>11/7/2024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08C4E6-5B19-4185-821D-7253EF1EB6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60418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50FD2C-F456-459D-8F0E-1AB691922DE5}" type="datetimeFigureOut">
              <a:rPr lang="en-US" smtClean="0"/>
              <a:t>11/7/2024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08C4E6-5B19-4185-821D-7253EF1EB6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69592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50FD2C-F456-459D-8F0E-1AB691922DE5}" type="datetimeFigureOut">
              <a:rPr lang="en-US" smtClean="0"/>
              <a:t>11/7/2024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08C4E6-5B19-4185-821D-7253EF1EB6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67372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983227" y="5164845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Outliers can influence statistical analyses, such as the mean and standard deviation, and may need to be handled carefully to ensure accurate data analysis.</a:t>
            </a:r>
          </a:p>
        </p:txBody>
      </p:sp>
      <p:sp>
        <p:nvSpPr>
          <p:cNvPr id="4" name="Rectangle 3"/>
          <p:cNvSpPr/>
          <p:nvPr/>
        </p:nvSpPr>
        <p:spPr>
          <a:xfrm>
            <a:off x="983227" y="1455368"/>
            <a:ext cx="6096000" cy="341632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An </a:t>
            </a:r>
            <a:r>
              <a:rPr lang="en-US" b="1" dirty="0"/>
              <a:t>outlier</a:t>
            </a:r>
            <a:r>
              <a:rPr lang="en-US" dirty="0"/>
              <a:t> is a data point that significantly differs from other observations in a dataset. Outliers stand out as unusual values because they fall far outside the general distribution pattern. They can be unusually high or low values compared to the rest of the data.</a:t>
            </a:r>
          </a:p>
          <a:p>
            <a:r>
              <a:rPr lang="en-US" dirty="0"/>
              <a:t>Outliers can result from: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Natural variability</a:t>
            </a:r>
            <a:r>
              <a:rPr lang="en-US" dirty="0"/>
              <a:t>: Some observations may genuinely differ greatly from others.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Measurement error</a:t>
            </a:r>
            <a:r>
              <a:rPr lang="en-US" dirty="0"/>
              <a:t>: Errors in data collection, entry, or recording.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Sampling issues</a:t>
            </a:r>
            <a:r>
              <a:rPr lang="en-US" dirty="0"/>
              <a:t>: Certain conditions in sampling that might lead to extreme values</a:t>
            </a:r>
          </a:p>
        </p:txBody>
      </p:sp>
    </p:spTree>
    <p:extLst>
      <p:ext uri="{BB962C8B-B14F-4D97-AF65-F5344CB8AC3E}">
        <p14:creationId xmlns:p14="http://schemas.microsoft.com/office/powerpoint/2010/main" val="34930927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781908" y="1305342"/>
            <a:ext cx="7362092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Anomalies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Definition</a:t>
            </a:r>
            <a:r>
              <a:rPr lang="en-US" dirty="0"/>
              <a:t>: Anomalies are unusual data points that are suspected to be incorrect, malicious, or represent rare, exceptional events.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Cause</a:t>
            </a:r>
            <a:r>
              <a:rPr lang="en-US" dirty="0"/>
              <a:t>: Anomalies are often caused by issues like fraud, network intrusions, or system failures.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Example</a:t>
            </a:r>
            <a:r>
              <a:rPr lang="en-US" dirty="0"/>
              <a:t>: In network traffic, a sudden spike in data transfer that doesn’t match the usual pattern could be an anomaly indicating potential security issues.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Interpretation</a:t>
            </a:r>
            <a:r>
              <a:rPr lang="en-US" dirty="0"/>
              <a:t>: Anomalies are seen as potential indicators of something notable or abnormal, often warranting further investigation.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Detection</a:t>
            </a:r>
            <a:r>
              <a:rPr lang="en-US" dirty="0"/>
              <a:t>: Detected using specialized anomaly detection techniques (e.g., machine learning algorithms, time-series analysis, clustering).</a:t>
            </a:r>
          </a:p>
        </p:txBody>
      </p:sp>
    </p:spTree>
    <p:extLst>
      <p:ext uri="{BB962C8B-B14F-4D97-AF65-F5344CB8AC3E}">
        <p14:creationId xmlns:p14="http://schemas.microsoft.com/office/powerpoint/2010/main" val="38044352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7912" y="1485900"/>
            <a:ext cx="7496175" cy="3886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92728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1866" y="2120045"/>
            <a:ext cx="4686300" cy="191452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201866" y="4142119"/>
            <a:ext cx="6096000" cy="2585323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/>
              <a:t>Interpret the Z-score to Identify Outliers</a:t>
            </a:r>
          </a:p>
          <a:p>
            <a:r>
              <a:rPr lang="en-US" dirty="0"/>
              <a:t>Typically: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Z-scores between -3 and +3</a:t>
            </a:r>
            <a:r>
              <a:rPr lang="en-US" dirty="0"/>
              <a:t> are considered within the normal range.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Z-scores beyond ±3</a:t>
            </a:r>
            <a:r>
              <a:rPr lang="en-US" dirty="0"/>
              <a:t> (often beyond ±2 in some contexts) indicate potential outliers.</a:t>
            </a:r>
          </a:p>
          <a:p>
            <a:r>
              <a:rPr lang="en-US" dirty="0"/>
              <a:t>Data points with a Z-score less than -3 or greater than +3 are often flagged as outliers. Adjust the threshold based on your specific dataset and tolerance for outliers.</a:t>
            </a:r>
          </a:p>
        </p:txBody>
      </p:sp>
    </p:spTree>
    <p:extLst>
      <p:ext uri="{BB962C8B-B14F-4D97-AF65-F5344CB8AC3E}">
        <p14:creationId xmlns:p14="http://schemas.microsoft.com/office/powerpoint/2010/main" val="10571198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3655" y="1639614"/>
            <a:ext cx="5770179" cy="2375173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7994" y="4541947"/>
            <a:ext cx="4381500" cy="485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50615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5083" y="2675627"/>
            <a:ext cx="4794738" cy="1393214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7902" y="4829376"/>
            <a:ext cx="4229100" cy="447675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204452" y="1260454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indent="-342900">
              <a:buAutoNum type="alphaLcPeriod"/>
            </a:pPr>
            <a:r>
              <a:rPr lang="en-US" dirty="0" smtClean="0"/>
              <a:t>obtain </a:t>
            </a:r>
            <a:r>
              <a:rPr lang="en-US" dirty="0"/>
              <a:t>the quartiles. </a:t>
            </a:r>
            <a:endParaRPr lang="en-US" dirty="0" smtClean="0"/>
          </a:p>
          <a:p>
            <a:pPr marL="342900" indent="-342900">
              <a:buAutoNum type="alphaLcPeriod"/>
            </a:pPr>
            <a:r>
              <a:rPr lang="en-US" dirty="0" smtClean="0"/>
              <a:t>b</a:t>
            </a:r>
            <a:r>
              <a:rPr lang="en-US" dirty="0"/>
              <a:t>. determine the interquartile range. c</a:t>
            </a:r>
            <a:r>
              <a:rPr lang="en-US" dirty="0" smtClean="0"/>
              <a:t>.</a:t>
            </a:r>
          </a:p>
          <a:p>
            <a:pPr marL="342900" indent="-342900">
              <a:buAutoNum type="alphaLcPeriod"/>
            </a:pPr>
            <a:r>
              <a:rPr lang="en-US" dirty="0" smtClean="0"/>
              <a:t> </a:t>
            </a:r>
            <a:r>
              <a:rPr lang="en-US" dirty="0"/>
              <a:t>find the five-number </a:t>
            </a:r>
            <a:r>
              <a:rPr lang="en-US" dirty="0" smtClean="0"/>
              <a:t>summary.</a:t>
            </a:r>
          </a:p>
          <a:p>
            <a:pPr marL="342900" indent="-342900">
              <a:buAutoNum type="alphaLcPeriod"/>
            </a:pPr>
            <a:r>
              <a:rPr lang="en-US" dirty="0" smtClean="0"/>
              <a:t>Plot each </a:t>
            </a:r>
            <a:r>
              <a:rPr lang="en-US" dirty="0" err="1" smtClean="0"/>
              <a:t>potentialoutlierwithanasterisk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34561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2126" y="964223"/>
            <a:ext cx="2181225" cy="3810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2126" y="1962150"/>
            <a:ext cx="2028825" cy="19050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4488" y="2880579"/>
            <a:ext cx="2324100" cy="27622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80213" y="3573706"/>
            <a:ext cx="2305050" cy="2286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97040" y="4544522"/>
            <a:ext cx="4171950" cy="29527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80213" y="5190024"/>
            <a:ext cx="4343400" cy="619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04040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7072" y="561242"/>
            <a:ext cx="2647950" cy="3429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9787" y="1412264"/>
            <a:ext cx="4619625" cy="65722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09787" y="2863362"/>
            <a:ext cx="4572000" cy="6858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47887" y="3546232"/>
            <a:ext cx="4581525" cy="1276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68948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8500" y="1481137"/>
            <a:ext cx="5715000" cy="3895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97419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4762" y="2381250"/>
            <a:ext cx="4562475" cy="2095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60968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6325" y="2414587"/>
            <a:ext cx="2419350" cy="2028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7643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3750" y="1409700"/>
            <a:ext cx="5524500" cy="403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41586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456</TotalTime>
  <Words>320</Words>
  <Application>Microsoft Office PowerPoint</Application>
  <PresentationFormat>Widescreen</PresentationFormat>
  <Paragraphs>21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abc</dc:creator>
  <cp:lastModifiedBy>abc</cp:lastModifiedBy>
  <cp:revision>15</cp:revision>
  <dcterms:created xsi:type="dcterms:W3CDTF">2024-10-31T09:18:02Z</dcterms:created>
  <dcterms:modified xsi:type="dcterms:W3CDTF">2024-11-07T07:47:18Z</dcterms:modified>
</cp:coreProperties>
</file>