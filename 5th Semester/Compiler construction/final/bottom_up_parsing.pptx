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C781-11B5-7449-D690-B9F186045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2FDDD-CA32-3C2B-A14E-C43215CBF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26EFE-F9A2-1D46-6E08-CC1818C53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669C5-00B8-494B-BEDB-0B0595F9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5404-98D5-CAD1-745F-FB8603A5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9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05E1-E141-FD30-1DA3-423DE292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BBC5-0D1E-C006-8F51-D2C8A3266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8AF84-2F63-CAF7-C605-040FD41D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DA760-2074-28AA-8B80-76839D29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19055-0307-D518-FA39-8F680331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735B-5C3D-9D15-8252-7D9A440EE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BC88B-63C7-69C5-BBD8-37ABF9966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61DA4-37E7-CCD5-174C-B88162E6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A503D-26CF-C8CF-A1EE-26146ABC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E9E51-8F36-3285-E278-359A79BD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9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F319-98DD-C764-FBBC-B19572C2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DFC5-3131-3A08-9ABE-A9D670BB5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BAB86-F6DF-24A9-F686-DF3EE2B5F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F092E-C297-3855-5D48-505805AB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08D44-17DA-E73B-BFE0-6B889B276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A5DE6-AF35-C0D6-B83F-24620C0E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7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F9E6-98BE-AA11-83C5-54BAEDC1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2C8F7-7E7E-9226-A6DB-369FE34A8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069E7-4BAC-0C6E-5491-C57D5E55C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9DE05-9D6D-F713-94E4-375D760A6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BD062-732E-DEBE-B3F7-1176F7DC2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575DFF-90D0-2D73-8A53-B55139F6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EFEF4-573D-9731-64D2-410470F1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82312-FD7D-9738-448F-A034976C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C68C-DE85-C14F-FE01-E7BF782E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7F1A2-43A9-FD86-A4F4-63E73741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7C67C-4CC2-A7CC-7A41-541A6AA4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061AB-2DED-DA78-D9BC-FAD80EFE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3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24BBE-C34E-8791-3DBE-21A14048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91BA4-3F59-FD6C-A3F8-53977131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DD116-6D19-D706-AE59-017AAB4C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3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0E4-48BE-AC53-D623-7AF23445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FF346-BA7B-A02E-43AF-8DAA5AA53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E3AB4-BC38-A1D8-6A58-143D62DC5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BCA78-8C75-1DB3-2508-AC46799F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E4A3A-7385-9FEC-E7D8-F484D8C3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A06B5-07B8-1390-7C5B-BD999A2C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C1CE-63CF-E62D-9982-A9D5DA3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2022DF-90A7-9235-B51E-1D46006E1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ACEFE-A19F-B7BA-BF47-FAC7D62F1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717A2-7617-184F-65AE-941657B7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F33B6-93D6-E5F9-7802-134B8A73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ABF16-3352-6A2D-A319-3C2B00A8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4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A38B-E9D0-4F04-56C8-FEA65871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A79D2-7D48-BB69-E0A4-1314CB24D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22A27-7BFC-5070-64A1-B73851E4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85001-4837-3D32-1A00-FAC01FA2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1FC40-C462-189A-3BDC-5F7F76F0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887F8-2C6B-47D9-4701-297198FB6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3587F-8461-A59F-913F-D5115A620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D0AF-362C-A2A6-F910-CDD23542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04E8E-CE58-7335-32F5-35DB2CF1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F278E-FA75-8A24-476E-36F2F914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7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90C2A-75CC-2B30-8498-6554822A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3F26B-0889-7E0B-F0DF-B89123B8E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0A845-85AA-1FFE-9625-CE6E9DD09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A41DF-4787-449A-A529-5492762D2C3D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FB83B-8FDB-C388-DC4D-B2D01A8DB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3FCF3-2501-A707-5B66-71D559AD7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40DEE-FF2E-43F9-9326-FE16872BC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7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0316-5E5F-B363-CACD-2D5050023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Syntax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FAA3E-118B-47F9-11BE-35E61EC40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Bottom Up Parsing</a:t>
            </a:r>
          </a:p>
        </p:txBody>
      </p:sp>
    </p:spTree>
    <p:extLst>
      <p:ext uri="{BB962C8B-B14F-4D97-AF65-F5344CB8AC3E}">
        <p14:creationId xmlns:p14="http://schemas.microsoft.com/office/powerpoint/2010/main" val="369278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BEA1-8E5D-AF21-A992-0970E35D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Bottom-Up Parsing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52CD-3E14-8568-36C8-696DD532F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6255B-3753-08D4-31F7-AB6F82DD4E66}"/>
              </a:ext>
            </a:extLst>
          </p:cNvPr>
          <p:cNvSpPr txBox="1"/>
          <p:nvPr/>
        </p:nvSpPr>
        <p:spPr>
          <a:xfrm>
            <a:off x="747252" y="1197620"/>
            <a:ext cx="10606548" cy="4932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Bottom-up parsing parses the input string from the lexical analyzer. And if there is no error in the input string it constructs a parse tree as output. The bottom-up parsing starts building parse trees from the leaf nodes i.e., from the bottom of the tree. And gradually proceeds upwards to the root of the parse tree.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The bottom-up parsers are created for the largest class of </a:t>
            </a:r>
            <a:r>
              <a:rPr lang="en-US" b="1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LR grammars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. As the bottom-up parsing corresponds to the process of reducing the string to the starting symbol of the grammar.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Step of Reducing a String:</a:t>
            </a: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A specific substring from the input string is identified.</a:t>
            </a: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A non-terminal in a grammar whose production body matches the substring is identified.</a:t>
            </a: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The substring in the input string is replaced by the non-terminal identified in step 2.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The main problem of bottom-up parsing is to decide: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When to reduce which substring from the input string.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Which production from the grammar must be applied.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The reduction process in the bottom Up parsing  is just the right most derivation in reverse order</a:t>
            </a:r>
          </a:p>
        </p:txBody>
      </p:sp>
    </p:spTree>
    <p:extLst>
      <p:ext uri="{BB962C8B-B14F-4D97-AF65-F5344CB8AC3E}">
        <p14:creationId xmlns:p14="http://schemas.microsoft.com/office/powerpoint/2010/main" val="315916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7723-A5E0-8C5F-5A78-DAF69BA3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500C35-D73C-2FE3-FEA0-59AC0ADB8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95217"/>
            <a:ext cx="10515600" cy="5602428"/>
          </a:xfrm>
        </p:spPr>
      </p:pic>
    </p:spTree>
    <p:extLst>
      <p:ext uri="{BB962C8B-B14F-4D97-AF65-F5344CB8AC3E}">
        <p14:creationId xmlns:p14="http://schemas.microsoft.com/office/powerpoint/2010/main" val="89639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4B1AA-9F71-D1DA-24C7-A44871441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10468"/>
            <a:ext cx="10331284" cy="6968467"/>
          </a:xfrm>
        </p:spPr>
      </p:pic>
    </p:spTree>
    <p:extLst>
      <p:ext uri="{BB962C8B-B14F-4D97-AF65-F5344CB8AC3E}">
        <p14:creationId xmlns:p14="http://schemas.microsoft.com/office/powerpoint/2010/main" val="302484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77A8-AEFC-EA9D-61B3-1155F48D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9153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60564-53E2-5749-53F5-1574FCA5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8661"/>
            <a:ext cx="10896600" cy="5958302"/>
          </a:xfrm>
        </p:spPr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9D713-BBD7-0D84-DF07-E9D5553C7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3" y="0"/>
            <a:ext cx="9153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9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5775-64F6-1D8E-E31C-A395813C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58F8A-8053-B494-4389-774646EA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BB96AB-81F6-FDED-3A1A-7581A138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91" y="0"/>
            <a:ext cx="11567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4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202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Lato</vt:lpstr>
      <vt:lpstr>Office Theme</vt:lpstr>
      <vt:lpstr>Syntax Analysis </vt:lpstr>
      <vt:lpstr>Bottom-Up Parsing</vt:lpstr>
      <vt:lpstr> </vt:lpstr>
      <vt:lpstr>PowerPoint Presentation</vt:lpstr>
      <vt:lpstr>  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mehwish wahid</dc:creator>
  <cp:lastModifiedBy>mehwish wahid</cp:lastModifiedBy>
  <cp:revision>2</cp:revision>
  <dcterms:created xsi:type="dcterms:W3CDTF">2025-01-23T09:11:11Z</dcterms:created>
  <dcterms:modified xsi:type="dcterms:W3CDTF">2025-01-23T09:46:22Z</dcterms:modified>
</cp:coreProperties>
</file>