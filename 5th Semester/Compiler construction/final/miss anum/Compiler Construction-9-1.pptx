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3"/>
  </p:notesMasterIdLst>
  <p:sldIdLst>
    <p:sldId id="256" r:id="rId2"/>
    <p:sldId id="262" r:id="rId3"/>
    <p:sldId id="285" r:id="rId4"/>
    <p:sldId id="286" r:id="rId5"/>
    <p:sldId id="287" r:id="rId6"/>
    <p:sldId id="288" r:id="rId7"/>
    <p:sldId id="289" r:id="rId8"/>
    <p:sldId id="283" r:id="rId9"/>
    <p:sldId id="284" r:id="rId10"/>
    <p:sldId id="418" r:id="rId11"/>
    <p:sldId id="422" r:id="rId12"/>
    <p:sldId id="423" r:id="rId13"/>
    <p:sldId id="419" r:id="rId14"/>
    <p:sldId id="420" r:id="rId15"/>
    <p:sldId id="42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321" r:id="rId46"/>
    <p:sldId id="322" r:id="rId47"/>
    <p:sldId id="323" r:id="rId48"/>
    <p:sldId id="324" r:id="rId49"/>
    <p:sldId id="325" r:id="rId50"/>
    <p:sldId id="326" r:id="rId51"/>
    <p:sldId id="327" r:id="rId52"/>
    <p:sldId id="328" r:id="rId53"/>
    <p:sldId id="329" r:id="rId54"/>
    <p:sldId id="330" r:id="rId55"/>
    <p:sldId id="331" r:id="rId56"/>
    <p:sldId id="332" r:id="rId57"/>
    <p:sldId id="333" r:id="rId58"/>
    <p:sldId id="334" r:id="rId59"/>
    <p:sldId id="335" r:id="rId60"/>
    <p:sldId id="336" r:id="rId61"/>
    <p:sldId id="337" r:id="rId62"/>
    <p:sldId id="338" r:id="rId63"/>
    <p:sldId id="339" r:id="rId64"/>
    <p:sldId id="340" r:id="rId65"/>
    <p:sldId id="341" r:id="rId66"/>
    <p:sldId id="342" r:id="rId67"/>
    <p:sldId id="343" r:id="rId68"/>
    <p:sldId id="344" r:id="rId69"/>
    <p:sldId id="345" r:id="rId70"/>
    <p:sldId id="346" r:id="rId71"/>
    <p:sldId id="347" r:id="rId72"/>
    <p:sldId id="348" r:id="rId73"/>
    <p:sldId id="349" r:id="rId74"/>
    <p:sldId id="350" r:id="rId75"/>
    <p:sldId id="351" r:id="rId76"/>
    <p:sldId id="352" r:id="rId77"/>
    <p:sldId id="353" r:id="rId78"/>
    <p:sldId id="354" r:id="rId79"/>
    <p:sldId id="355" r:id="rId80"/>
    <p:sldId id="356" r:id="rId81"/>
    <p:sldId id="357" r:id="rId82"/>
    <p:sldId id="358" r:id="rId83"/>
    <p:sldId id="359" r:id="rId84"/>
    <p:sldId id="360" r:id="rId85"/>
    <p:sldId id="361" r:id="rId86"/>
    <p:sldId id="362" r:id="rId87"/>
    <p:sldId id="363" r:id="rId88"/>
    <p:sldId id="364" r:id="rId89"/>
    <p:sldId id="365" r:id="rId90"/>
    <p:sldId id="366" r:id="rId91"/>
    <p:sldId id="367" r:id="rId92"/>
    <p:sldId id="368" r:id="rId93"/>
    <p:sldId id="369" r:id="rId94"/>
    <p:sldId id="370" r:id="rId95"/>
    <p:sldId id="371" r:id="rId96"/>
    <p:sldId id="372" r:id="rId97"/>
    <p:sldId id="373" r:id="rId98"/>
    <p:sldId id="374" r:id="rId99"/>
    <p:sldId id="375" r:id="rId100"/>
    <p:sldId id="376" r:id="rId101"/>
    <p:sldId id="377" r:id="rId102"/>
    <p:sldId id="378" r:id="rId103"/>
    <p:sldId id="379" r:id="rId104"/>
    <p:sldId id="380" r:id="rId105"/>
    <p:sldId id="381" r:id="rId106"/>
    <p:sldId id="382" r:id="rId107"/>
    <p:sldId id="383" r:id="rId108"/>
    <p:sldId id="384" r:id="rId109"/>
    <p:sldId id="385" r:id="rId110"/>
    <p:sldId id="386" r:id="rId111"/>
    <p:sldId id="387" r:id="rId112"/>
    <p:sldId id="388" r:id="rId113"/>
    <p:sldId id="389" r:id="rId114"/>
    <p:sldId id="390" r:id="rId115"/>
    <p:sldId id="391" r:id="rId116"/>
    <p:sldId id="392" r:id="rId117"/>
    <p:sldId id="393" r:id="rId118"/>
    <p:sldId id="394" r:id="rId119"/>
    <p:sldId id="395" r:id="rId120"/>
    <p:sldId id="396" r:id="rId121"/>
    <p:sldId id="397" r:id="rId122"/>
    <p:sldId id="398" r:id="rId123"/>
    <p:sldId id="399" r:id="rId124"/>
    <p:sldId id="400" r:id="rId125"/>
    <p:sldId id="401" r:id="rId126"/>
    <p:sldId id="402" r:id="rId127"/>
    <p:sldId id="403" r:id="rId128"/>
    <p:sldId id="404" r:id="rId129"/>
    <p:sldId id="405" r:id="rId130"/>
    <p:sldId id="406" r:id="rId131"/>
    <p:sldId id="407" r:id="rId132"/>
    <p:sldId id="408" r:id="rId133"/>
    <p:sldId id="409" r:id="rId134"/>
    <p:sldId id="410" r:id="rId135"/>
    <p:sldId id="411" r:id="rId136"/>
    <p:sldId id="412" r:id="rId137"/>
    <p:sldId id="413" r:id="rId138"/>
    <p:sldId id="414" r:id="rId139"/>
    <p:sldId id="415" r:id="rId140"/>
    <p:sldId id="416" r:id="rId141"/>
    <p:sldId id="417" r:id="rId1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p:cViewPr varScale="1">
        <p:scale>
          <a:sx n="74" d="100"/>
          <a:sy n="74" d="100"/>
        </p:scale>
        <p:origin x="116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33" Type="http://schemas.openxmlformats.org/officeDocument/2006/relationships/slide" Target="slides/slide132.xml" /><Relationship Id="rId138" Type="http://schemas.openxmlformats.org/officeDocument/2006/relationships/slide" Target="slides/slide137.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slide" Target="slides/slide122.xml" /><Relationship Id="rId128" Type="http://schemas.openxmlformats.org/officeDocument/2006/relationships/slide" Target="slides/slide127.xml" /><Relationship Id="rId144" Type="http://schemas.openxmlformats.org/officeDocument/2006/relationships/presProps" Target="presProps.xml" /><Relationship Id="rId5" Type="http://schemas.openxmlformats.org/officeDocument/2006/relationships/slide" Target="slides/slide4.xml" /><Relationship Id="rId90" Type="http://schemas.openxmlformats.org/officeDocument/2006/relationships/slide" Target="slides/slide89.xml" /><Relationship Id="rId95" Type="http://schemas.openxmlformats.org/officeDocument/2006/relationships/slide" Target="slides/slide94.xml" /><Relationship Id="rId22" Type="http://schemas.openxmlformats.org/officeDocument/2006/relationships/slide" Target="slides/slide21.xml" /><Relationship Id="rId27" Type="http://schemas.openxmlformats.org/officeDocument/2006/relationships/slide" Target="slides/slide26.xml" /><Relationship Id="rId43" Type="http://schemas.openxmlformats.org/officeDocument/2006/relationships/slide" Target="slides/slide42.xml" /><Relationship Id="rId48" Type="http://schemas.openxmlformats.org/officeDocument/2006/relationships/slide" Target="slides/slide47.xml" /><Relationship Id="rId64" Type="http://schemas.openxmlformats.org/officeDocument/2006/relationships/slide" Target="slides/slide63.xml" /><Relationship Id="rId69" Type="http://schemas.openxmlformats.org/officeDocument/2006/relationships/slide" Target="slides/slide68.xml" /><Relationship Id="rId113" Type="http://schemas.openxmlformats.org/officeDocument/2006/relationships/slide" Target="slides/slide112.xml" /><Relationship Id="rId118" Type="http://schemas.openxmlformats.org/officeDocument/2006/relationships/slide" Target="slides/slide117.xml" /><Relationship Id="rId134" Type="http://schemas.openxmlformats.org/officeDocument/2006/relationships/slide" Target="slides/slide133.xml" /><Relationship Id="rId139" Type="http://schemas.openxmlformats.org/officeDocument/2006/relationships/slide" Target="slides/slide138.xml" /><Relationship Id="rId80" Type="http://schemas.openxmlformats.org/officeDocument/2006/relationships/slide" Target="slides/slide79.xml" /><Relationship Id="rId85" Type="http://schemas.openxmlformats.org/officeDocument/2006/relationships/slide" Target="slides/slide84.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116" Type="http://schemas.openxmlformats.org/officeDocument/2006/relationships/slide" Target="slides/slide115.xml" /><Relationship Id="rId124" Type="http://schemas.openxmlformats.org/officeDocument/2006/relationships/slide" Target="slides/slide123.xml" /><Relationship Id="rId129" Type="http://schemas.openxmlformats.org/officeDocument/2006/relationships/slide" Target="slides/slide128.xml" /><Relationship Id="rId137" Type="http://schemas.openxmlformats.org/officeDocument/2006/relationships/slide" Target="slides/slide13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slide" Target="slides/slide110.xml" /><Relationship Id="rId132" Type="http://schemas.openxmlformats.org/officeDocument/2006/relationships/slide" Target="slides/slide131.xml" /><Relationship Id="rId140" Type="http://schemas.openxmlformats.org/officeDocument/2006/relationships/slide" Target="slides/slide139.xml" /><Relationship Id="rId145"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slide" Target="slides/slide113.xml" /><Relationship Id="rId119" Type="http://schemas.openxmlformats.org/officeDocument/2006/relationships/slide" Target="slides/slide118.xml" /><Relationship Id="rId127" Type="http://schemas.openxmlformats.org/officeDocument/2006/relationships/slide" Target="slides/slide12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slide" Target="slides/slide121.xml" /><Relationship Id="rId130" Type="http://schemas.openxmlformats.org/officeDocument/2006/relationships/slide" Target="slides/slide129.xml" /><Relationship Id="rId135" Type="http://schemas.openxmlformats.org/officeDocument/2006/relationships/slide" Target="slides/slide134.xml" /><Relationship Id="rId143"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slide" Target="slides/slide124.xml" /><Relationship Id="rId141" Type="http://schemas.openxmlformats.org/officeDocument/2006/relationships/slide" Target="slides/slide140.xml" /><Relationship Id="rId146" Type="http://schemas.openxmlformats.org/officeDocument/2006/relationships/theme" Target="theme/theme1.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 Id="rId131" Type="http://schemas.openxmlformats.org/officeDocument/2006/relationships/slide" Target="slides/slide130.xml" /><Relationship Id="rId136" Type="http://schemas.openxmlformats.org/officeDocument/2006/relationships/slide" Target="slides/slide135.xml" /><Relationship Id="rId61" Type="http://schemas.openxmlformats.org/officeDocument/2006/relationships/slide" Target="slides/slide60.xml" /><Relationship Id="rId82" Type="http://schemas.openxmlformats.org/officeDocument/2006/relationships/slide" Target="slides/slide81.xml" /><Relationship Id="rId19" Type="http://schemas.openxmlformats.org/officeDocument/2006/relationships/slide" Target="slides/slide18.xml" /><Relationship Id="rId14" Type="http://schemas.openxmlformats.org/officeDocument/2006/relationships/slide" Target="slides/slide13.xml" /><Relationship Id="rId30" Type="http://schemas.openxmlformats.org/officeDocument/2006/relationships/slide" Target="slides/slide29.xml" /><Relationship Id="rId35" Type="http://schemas.openxmlformats.org/officeDocument/2006/relationships/slide" Target="slides/slide34.xml" /><Relationship Id="rId56" Type="http://schemas.openxmlformats.org/officeDocument/2006/relationships/slide" Target="slides/slide55.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26" Type="http://schemas.openxmlformats.org/officeDocument/2006/relationships/slide" Target="slides/slide125.xml" /><Relationship Id="rId147" Type="http://schemas.openxmlformats.org/officeDocument/2006/relationships/tableStyles" Target="tableStyle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142" Type="http://schemas.openxmlformats.org/officeDocument/2006/relationships/slide" Target="slides/slide141.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E628F7-C1E3-4760-9195-39B50397F4C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2BF8510A-C018-4549-98A7-B52A2C017F4D}">
      <dgm:prSet phldrT="[Text]"/>
      <dgm:spPr/>
      <dgm:t>
        <a:bodyPr/>
        <a:lstStyle/>
        <a:p>
          <a:r>
            <a:rPr lang="en-US" dirty="0"/>
            <a:t>Parsers</a:t>
          </a:r>
        </a:p>
      </dgm:t>
    </dgm:pt>
    <dgm:pt modelId="{38336EBF-06ED-422C-A769-4047E63649A8}" type="parTrans" cxnId="{59C528DE-8E8A-4E04-B956-A7D8383975EA}">
      <dgm:prSet/>
      <dgm:spPr/>
      <dgm:t>
        <a:bodyPr/>
        <a:lstStyle/>
        <a:p>
          <a:endParaRPr lang="en-US"/>
        </a:p>
      </dgm:t>
    </dgm:pt>
    <dgm:pt modelId="{EFED6CFE-BB32-4570-A570-1D1C18E14712}" type="sibTrans" cxnId="{59C528DE-8E8A-4E04-B956-A7D8383975EA}">
      <dgm:prSet/>
      <dgm:spPr/>
      <dgm:t>
        <a:bodyPr/>
        <a:lstStyle/>
        <a:p>
          <a:endParaRPr lang="en-US"/>
        </a:p>
      </dgm:t>
    </dgm:pt>
    <dgm:pt modelId="{3F97AE5B-B40F-4E86-9991-9F3764C3381D}" type="asst">
      <dgm:prSet phldrT="[Text]"/>
      <dgm:spPr/>
      <dgm:t>
        <a:bodyPr/>
        <a:lstStyle/>
        <a:p>
          <a:r>
            <a:rPr lang="en-US" dirty="0"/>
            <a:t>Top down</a:t>
          </a:r>
        </a:p>
      </dgm:t>
    </dgm:pt>
    <dgm:pt modelId="{CB60F58C-65AC-4EB8-B722-9B725C3353C7}" type="parTrans" cxnId="{C0396889-C002-4758-A345-930068413ECA}">
      <dgm:prSet/>
      <dgm:spPr/>
      <dgm:t>
        <a:bodyPr/>
        <a:lstStyle/>
        <a:p>
          <a:endParaRPr lang="en-US"/>
        </a:p>
      </dgm:t>
    </dgm:pt>
    <dgm:pt modelId="{AA41377E-F976-44B1-A5AD-67F347091AC5}" type="sibTrans" cxnId="{C0396889-C002-4758-A345-930068413ECA}">
      <dgm:prSet/>
      <dgm:spPr/>
      <dgm:t>
        <a:bodyPr/>
        <a:lstStyle/>
        <a:p>
          <a:endParaRPr lang="en-US"/>
        </a:p>
      </dgm:t>
    </dgm:pt>
    <dgm:pt modelId="{C586E080-D89B-4DAC-AACA-8B88CFB05EA1}" type="asst">
      <dgm:prSet phldrT="[Text]"/>
      <dgm:spPr/>
      <dgm:t>
        <a:bodyPr/>
        <a:lstStyle/>
        <a:p>
          <a:r>
            <a:rPr lang="en-US" dirty="0"/>
            <a:t>Bottom up</a:t>
          </a:r>
        </a:p>
      </dgm:t>
    </dgm:pt>
    <dgm:pt modelId="{51E24BBE-C4CB-4DE6-B754-2A145640CD10}" type="parTrans" cxnId="{482A45C4-A31D-4C76-B731-259616FBF494}">
      <dgm:prSet/>
      <dgm:spPr/>
      <dgm:t>
        <a:bodyPr/>
        <a:lstStyle/>
        <a:p>
          <a:endParaRPr lang="en-US"/>
        </a:p>
      </dgm:t>
    </dgm:pt>
    <dgm:pt modelId="{CF71488C-67DA-4DE3-B61A-D97D42F84BBA}" type="sibTrans" cxnId="{482A45C4-A31D-4C76-B731-259616FBF494}">
      <dgm:prSet/>
      <dgm:spPr/>
      <dgm:t>
        <a:bodyPr/>
        <a:lstStyle/>
        <a:p>
          <a:endParaRPr lang="en-US"/>
        </a:p>
      </dgm:t>
    </dgm:pt>
    <dgm:pt modelId="{43CBE11A-0892-42F3-BD43-0A12C40A9CFD}" type="asst">
      <dgm:prSet phldrT="[Text]"/>
      <dgm:spPr/>
      <dgm:t>
        <a:bodyPr/>
        <a:lstStyle/>
        <a:p>
          <a:r>
            <a:rPr lang="en-US" dirty="0"/>
            <a:t>LR(K)</a:t>
          </a:r>
        </a:p>
      </dgm:t>
    </dgm:pt>
    <dgm:pt modelId="{33F4705B-10CA-4C70-A274-2168389C6CEC}" type="parTrans" cxnId="{07ED7B92-D73B-4FE3-B946-C97E44E84D3D}">
      <dgm:prSet/>
      <dgm:spPr/>
      <dgm:t>
        <a:bodyPr/>
        <a:lstStyle/>
        <a:p>
          <a:endParaRPr lang="en-US"/>
        </a:p>
      </dgm:t>
    </dgm:pt>
    <dgm:pt modelId="{CCA8C5BC-67BC-46D6-A4F0-09E468A2EE40}" type="sibTrans" cxnId="{07ED7B92-D73B-4FE3-B946-C97E44E84D3D}">
      <dgm:prSet/>
      <dgm:spPr/>
      <dgm:t>
        <a:bodyPr/>
        <a:lstStyle/>
        <a:p>
          <a:endParaRPr lang="en-US"/>
        </a:p>
      </dgm:t>
    </dgm:pt>
    <dgm:pt modelId="{61E6A20A-85B0-4CF5-8F19-FFF7EA283E82}" type="asst">
      <dgm:prSet phldrT="[Text]"/>
      <dgm:spPr/>
      <dgm:t>
        <a:bodyPr/>
        <a:lstStyle/>
        <a:p>
          <a:r>
            <a:rPr lang="en-US" dirty="0"/>
            <a:t>Operator precedence</a:t>
          </a:r>
        </a:p>
      </dgm:t>
    </dgm:pt>
    <dgm:pt modelId="{3C03C177-ACF4-4EC2-A7E5-DA1A12C02BD3}" type="parTrans" cxnId="{28140B87-D1A4-4321-804E-E54FC59981EC}">
      <dgm:prSet/>
      <dgm:spPr/>
      <dgm:t>
        <a:bodyPr/>
        <a:lstStyle/>
        <a:p>
          <a:endParaRPr lang="en-US"/>
        </a:p>
      </dgm:t>
    </dgm:pt>
    <dgm:pt modelId="{005BCA90-08A5-4374-AF5F-677D4C223FAB}" type="sibTrans" cxnId="{28140B87-D1A4-4321-804E-E54FC59981EC}">
      <dgm:prSet/>
      <dgm:spPr/>
      <dgm:t>
        <a:bodyPr/>
        <a:lstStyle/>
        <a:p>
          <a:endParaRPr lang="en-US"/>
        </a:p>
      </dgm:t>
    </dgm:pt>
    <dgm:pt modelId="{5A5BE83B-061B-4EF9-9DAB-8D13C15780F5}" type="asst">
      <dgm:prSet phldrT="[Text]"/>
      <dgm:spPr/>
      <dgm:t>
        <a:bodyPr/>
        <a:lstStyle/>
        <a:p>
          <a:r>
            <a:rPr lang="en-US" dirty="0"/>
            <a:t>LR(0)</a:t>
          </a:r>
        </a:p>
      </dgm:t>
    </dgm:pt>
    <dgm:pt modelId="{6E5046F3-E7A0-4FEC-A874-9FB85C97859D}" type="parTrans" cxnId="{4372AF6A-42C5-4281-959A-A3405D7DA9AD}">
      <dgm:prSet/>
      <dgm:spPr/>
      <dgm:t>
        <a:bodyPr/>
        <a:lstStyle/>
        <a:p>
          <a:endParaRPr lang="en-US"/>
        </a:p>
      </dgm:t>
    </dgm:pt>
    <dgm:pt modelId="{4017E705-ADD8-4EA7-AD01-886D16085F8D}" type="sibTrans" cxnId="{4372AF6A-42C5-4281-959A-A3405D7DA9AD}">
      <dgm:prSet/>
      <dgm:spPr/>
      <dgm:t>
        <a:bodyPr/>
        <a:lstStyle/>
        <a:p>
          <a:endParaRPr lang="en-US"/>
        </a:p>
      </dgm:t>
    </dgm:pt>
    <dgm:pt modelId="{7424C253-04EB-4BA3-A7F0-58CADAB826D0}" type="asst">
      <dgm:prSet phldrT="[Text]"/>
      <dgm:spPr/>
      <dgm:t>
        <a:bodyPr/>
        <a:lstStyle/>
        <a:p>
          <a:r>
            <a:rPr lang="en-US" dirty="0"/>
            <a:t>LR(1)</a:t>
          </a:r>
        </a:p>
      </dgm:t>
    </dgm:pt>
    <dgm:pt modelId="{17571941-60D8-4FE3-A9E9-87370FBDA8B7}" type="parTrans" cxnId="{EF4DB9AE-8F94-4EA4-868E-C331A26DCD76}">
      <dgm:prSet/>
      <dgm:spPr/>
      <dgm:t>
        <a:bodyPr/>
        <a:lstStyle/>
        <a:p>
          <a:endParaRPr lang="en-US"/>
        </a:p>
      </dgm:t>
    </dgm:pt>
    <dgm:pt modelId="{4EE39E78-ABFB-4254-A851-3326A5CBCE2C}" type="sibTrans" cxnId="{EF4DB9AE-8F94-4EA4-868E-C331A26DCD76}">
      <dgm:prSet/>
      <dgm:spPr/>
      <dgm:t>
        <a:bodyPr/>
        <a:lstStyle/>
        <a:p>
          <a:endParaRPr lang="en-US"/>
        </a:p>
      </dgm:t>
    </dgm:pt>
    <dgm:pt modelId="{B5B008D3-3C2E-4CE6-9F71-CF55B7A1CED0}" type="asst">
      <dgm:prSet phldrT="[Text]"/>
      <dgm:spPr/>
      <dgm:t>
        <a:bodyPr/>
        <a:lstStyle/>
        <a:p>
          <a:r>
            <a:rPr lang="en-US" dirty="0"/>
            <a:t>LR(0)</a:t>
          </a:r>
        </a:p>
      </dgm:t>
    </dgm:pt>
    <dgm:pt modelId="{D4827EF5-4021-4607-8253-6E2C3E23057D}" type="parTrans" cxnId="{31E6FD93-BF41-42B1-8A5E-28822783B4FD}">
      <dgm:prSet/>
      <dgm:spPr/>
      <dgm:t>
        <a:bodyPr/>
        <a:lstStyle/>
        <a:p>
          <a:endParaRPr lang="en-US"/>
        </a:p>
      </dgm:t>
    </dgm:pt>
    <dgm:pt modelId="{F8E89FCF-442B-47DA-B761-99A3628F30A1}" type="sibTrans" cxnId="{31E6FD93-BF41-42B1-8A5E-28822783B4FD}">
      <dgm:prSet/>
      <dgm:spPr/>
      <dgm:t>
        <a:bodyPr/>
        <a:lstStyle/>
        <a:p>
          <a:endParaRPr lang="en-US"/>
        </a:p>
      </dgm:t>
    </dgm:pt>
    <dgm:pt modelId="{6212A81E-1A77-44DD-98AD-C49F9763019F}" type="asst">
      <dgm:prSet phldrT="[Text]"/>
      <dgm:spPr/>
      <dgm:t>
        <a:bodyPr/>
        <a:lstStyle/>
        <a:p>
          <a:r>
            <a:rPr lang="en-US" dirty="0"/>
            <a:t>SLR</a:t>
          </a:r>
        </a:p>
      </dgm:t>
    </dgm:pt>
    <dgm:pt modelId="{B2F0C5FA-91D7-4C84-B6FE-F8E6A0B962AE}" type="parTrans" cxnId="{9ED6E40D-C3AE-4C55-A88F-146500CBD134}">
      <dgm:prSet/>
      <dgm:spPr/>
      <dgm:t>
        <a:bodyPr/>
        <a:lstStyle/>
        <a:p>
          <a:endParaRPr lang="en-US"/>
        </a:p>
      </dgm:t>
    </dgm:pt>
    <dgm:pt modelId="{9A19CD81-11AA-4916-A69C-2B87770C826C}" type="sibTrans" cxnId="{9ED6E40D-C3AE-4C55-A88F-146500CBD134}">
      <dgm:prSet/>
      <dgm:spPr/>
      <dgm:t>
        <a:bodyPr/>
        <a:lstStyle/>
        <a:p>
          <a:endParaRPr lang="en-US"/>
        </a:p>
      </dgm:t>
    </dgm:pt>
    <dgm:pt modelId="{0F2A6A6D-2400-4F98-B67D-735E58B76C06}" type="asst">
      <dgm:prSet phldrT="[Text]"/>
      <dgm:spPr/>
      <dgm:t>
        <a:bodyPr/>
        <a:lstStyle/>
        <a:p>
          <a:r>
            <a:rPr lang="en-US" dirty="0"/>
            <a:t>LALR</a:t>
          </a:r>
        </a:p>
      </dgm:t>
    </dgm:pt>
    <dgm:pt modelId="{831147EE-E9D7-44F7-974B-6E930EC8F136}" type="parTrans" cxnId="{596F9770-B8C5-4509-96DF-80DA8AA95171}">
      <dgm:prSet/>
      <dgm:spPr/>
      <dgm:t>
        <a:bodyPr/>
        <a:lstStyle/>
        <a:p>
          <a:endParaRPr lang="en-US"/>
        </a:p>
      </dgm:t>
    </dgm:pt>
    <dgm:pt modelId="{3825F9DB-437A-44FB-978F-BDC9F481FEB9}" type="sibTrans" cxnId="{596F9770-B8C5-4509-96DF-80DA8AA95171}">
      <dgm:prSet/>
      <dgm:spPr/>
      <dgm:t>
        <a:bodyPr/>
        <a:lstStyle/>
        <a:p>
          <a:endParaRPr lang="en-US"/>
        </a:p>
      </dgm:t>
    </dgm:pt>
    <dgm:pt modelId="{B3FA540B-03A3-42BA-A9D6-6E1E7C2DF708}" type="asst">
      <dgm:prSet phldrT="[Text]"/>
      <dgm:spPr/>
      <dgm:t>
        <a:bodyPr/>
        <a:lstStyle/>
        <a:p>
          <a:r>
            <a:rPr lang="en-US" dirty="0"/>
            <a:t>CLR</a:t>
          </a:r>
        </a:p>
      </dgm:t>
    </dgm:pt>
    <dgm:pt modelId="{84EE524D-42C9-4D0B-923C-67A1FF3C04EE}" type="parTrans" cxnId="{3FC5DF8C-0EA4-4FE6-B438-32D00597A426}">
      <dgm:prSet/>
      <dgm:spPr/>
      <dgm:t>
        <a:bodyPr/>
        <a:lstStyle/>
        <a:p>
          <a:endParaRPr lang="en-US"/>
        </a:p>
      </dgm:t>
    </dgm:pt>
    <dgm:pt modelId="{AC3B7503-A621-4077-B5D4-47E9FB73ABD5}" type="sibTrans" cxnId="{3FC5DF8C-0EA4-4FE6-B438-32D00597A426}">
      <dgm:prSet/>
      <dgm:spPr/>
      <dgm:t>
        <a:bodyPr/>
        <a:lstStyle/>
        <a:p>
          <a:endParaRPr lang="en-US"/>
        </a:p>
      </dgm:t>
    </dgm:pt>
    <dgm:pt modelId="{5AF70E37-63FF-4D2B-8396-C028C0128244}" type="asst">
      <dgm:prSet phldrT="[Text]"/>
      <dgm:spPr/>
      <dgm:t>
        <a:bodyPr/>
        <a:lstStyle/>
        <a:p>
          <a:r>
            <a:rPr lang="en-US" dirty="0"/>
            <a:t>Recursive descent </a:t>
          </a:r>
        </a:p>
      </dgm:t>
    </dgm:pt>
    <dgm:pt modelId="{61DEAA2C-9524-43AC-ABB2-F66676FFF3F4}" type="parTrans" cxnId="{10B0C4AB-B1C2-4B50-8617-141D338F6502}">
      <dgm:prSet/>
      <dgm:spPr/>
      <dgm:t>
        <a:bodyPr/>
        <a:lstStyle/>
        <a:p>
          <a:endParaRPr lang="en-US"/>
        </a:p>
      </dgm:t>
    </dgm:pt>
    <dgm:pt modelId="{E794012C-C8A2-4768-8226-7B89371871DE}" type="sibTrans" cxnId="{10B0C4AB-B1C2-4B50-8617-141D338F6502}">
      <dgm:prSet/>
      <dgm:spPr/>
      <dgm:t>
        <a:bodyPr/>
        <a:lstStyle/>
        <a:p>
          <a:endParaRPr lang="en-US"/>
        </a:p>
      </dgm:t>
    </dgm:pt>
    <dgm:pt modelId="{C7AE168A-5DB7-443F-97BF-B25BF5A5E65D}">
      <dgm:prSet phldrT="[Text]"/>
      <dgm:spPr/>
      <dgm:t>
        <a:bodyPr/>
        <a:lstStyle/>
        <a:p>
          <a:r>
            <a:rPr lang="en-US" dirty="0"/>
            <a:t>Non-Recursive predictive, LL(1)</a:t>
          </a:r>
        </a:p>
      </dgm:t>
    </dgm:pt>
    <dgm:pt modelId="{48DF676E-DA88-4B56-BACE-F8221D622FC4}" type="parTrans" cxnId="{48EA3506-B93C-44BF-A92B-8DEEA92C6348}">
      <dgm:prSet/>
      <dgm:spPr/>
      <dgm:t>
        <a:bodyPr/>
        <a:lstStyle/>
        <a:p>
          <a:endParaRPr lang="en-US"/>
        </a:p>
      </dgm:t>
    </dgm:pt>
    <dgm:pt modelId="{DBA37D19-3F07-4ACE-85A5-6C0CD4646787}" type="sibTrans" cxnId="{48EA3506-B93C-44BF-A92B-8DEEA92C6348}">
      <dgm:prSet/>
      <dgm:spPr/>
      <dgm:t>
        <a:bodyPr/>
        <a:lstStyle/>
        <a:p>
          <a:endParaRPr lang="en-US"/>
        </a:p>
      </dgm:t>
    </dgm:pt>
    <dgm:pt modelId="{ADEC159D-A5C1-4D78-8580-1A6AF3D7C7F8}" type="pres">
      <dgm:prSet presAssocID="{29E628F7-C1E3-4760-9195-39B50397F4CF}" presName="hierChild1" presStyleCnt="0">
        <dgm:presLayoutVars>
          <dgm:chPref val="1"/>
          <dgm:dir/>
          <dgm:animOne val="branch"/>
          <dgm:animLvl val="lvl"/>
          <dgm:resizeHandles/>
        </dgm:presLayoutVars>
      </dgm:prSet>
      <dgm:spPr/>
    </dgm:pt>
    <dgm:pt modelId="{608F3690-8A6D-4A6F-8D58-04E57A4178CF}" type="pres">
      <dgm:prSet presAssocID="{2BF8510A-C018-4549-98A7-B52A2C017F4D}" presName="hierRoot1" presStyleCnt="0"/>
      <dgm:spPr/>
    </dgm:pt>
    <dgm:pt modelId="{ED027042-9BFA-4C5F-9FDF-04F99CA3C991}" type="pres">
      <dgm:prSet presAssocID="{2BF8510A-C018-4549-98A7-B52A2C017F4D}" presName="composite" presStyleCnt="0"/>
      <dgm:spPr/>
    </dgm:pt>
    <dgm:pt modelId="{8DB3B84C-DC2A-4C93-BD38-351347F98061}" type="pres">
      <dgm:prSet presAssocID="{2BF8510A-C018-4549-98A7-B52A2C017F4D}" presName="background" presStyleLbl="node0" presStyleIdx="0" presStyleCnt="1"/>
      <dgm:spPr/>
    </dgm:pt>
    <dgm:pt modelId="{FAD3A9FF-B1D9-4D1C-977E-FDFE3D6B2624}" type="pres">
      <dgm:prSet presAssocID="{2BF8510A-C018-4549-98A7-B52A2C017F4D}" presName="text" presStyleLbl="fgAcc0" presStyleIdx="0" presStyleCnt="1">
        <dgm:presLayoutVars>
          <dgm:chPref val="3"/>
        </dgm:presLayoutVars>
      </dgm:prSet>
      <dgm:spPr/>
    </dgm:pt>
    <dgm:pt modelId="{569BD863-0C30-4793-A32A-3825C9942FBF}" type="pres">
      <dgm:prSet presAssocID="{2BF8510A-C018-4549-98A7-B52A2C017F4D}" presName="hierChild2" presStyleCnt="0"/>
      <dgm:spPr/>
    </dgm:pt>
    <dgm:pt modelId="{3E3D6991-DB58-4C70-98E9-042505034308}" type="pres">
      <dgm:prSet presAssocID="{CB60F58C-65AC-4EB8-B722-9B725C3353C7}" presName="Name10" presStyleLbl="parChTrans1D2" presStyleIdx="0" presStyleCnt="2"/>
      <dgm:spPr/>
    </dgm:pt>
    <dgm:pt modelId="{AABF96B0-91D0-4519-A881-CE4EDE116981}" type="pres">
      <dgm:prSet presAssocID="{3F97AE5B-B40F-4E86-9991-9F3764C3381D}" presName="hierRoot2" presStyleCnt="0"/>
      <dgm:spPr/>
    </dgm:pt>
    <dgm:pt modelId="{CB5961FA-0BB6-4286-92C8-893464E65B5A}" type="pres">
      <dgm:prSet presAssocID="{3F97AE5B-B40F-4E86-9991-9F3764C3381D}" presName="composite2" presStyleCnt="0"/>
      <dgm:spPr/>
    </dgm:pt>
    <dgm:pt modelId="{1668D5F1-001F-4FFB-AEC8-38EE4ECAEB9C}" type="pres">
      <dgm:prSet presAssocID="{3F97AE5B-B40F-4E86-9991-9F3764C3381D}" presName="background2" presStyleLbl="asst1" presStyleIdx="0" presStyleCnt="11"/>
      <dgm:spPr/>
    </dgm:pt>
    <dgm:pt modelId="{92822955-090E-4FE8-8CC0-8A68B4E2BD7A}" type="pres">
      <dgm:prSet presAssocID="{3F97AE5B-B40F-4E86-9991-9F3764C3381D}" presName="text2" presStyleLbl="fgAcc2" presStyleIdx="0" presStyleCnt="2">
        <dgm:presLayoutVars>
          <dgm:chPref val="3"/>
        </dgm:presLayoutVars>
      </dgm:prSet>
      <dgm:spPr/>
    </dgm:pt>
    <dgm:pt modelId="{020D0AB3-4D30-4618-990D-3DC2D29B9BDC}" type="pres">
      <dgm:prSet presAssocID="{3F97AE5B-B40F-4E86-9991-9F3764C3381D}" presName="hierChild3" presStyleCnt="0"/>
      <dgm:spPr/>
    </dgm:pt>
    <dgm:pt modelId="{42B4F584-BE8C-4271-AFF0-C319D838E18B}" type="pres">
      <dgm:prSet presAssocID="{61DEAA2C-9524-43AC-ABB2-F66676FFF3F4}" presName="Name17" presStyleLbl="parChTrans1D3" presStyleIdx="0" presStyleCnt="4"/>
      <dgm:spPr/>
    </dgm:pt>
    <dgm:pt modelId="{1BD4F75F-7DF7-494A-A56F-AD7A5176D63D}" type="pres">
      <dgm:prSet presAssocID="{5AF70E37-63FF-4D2B-8396-C028C0128244}" presName="hierRoot3" presStyleCnt="0"/>
      <dgm:spPr/>
    </dgm:pt>
    <dgm:pt modelId="{8DB2BDD5-41FA-41E9-8EAC-6681ABA50358}" type="pres">
      <dgm:prSet presAssocID="{5AF70E37-63FF-4D2B-8396-C028C0128244}" presName="composite3" presStyleCnt="0"/>
      <dgm:spPr/>
    </dgm:pt>
    <dgm:pt modelId="{335E8EA0-1DFF-4238-9DC4-0FB5429A7371}" type="pres">
      <dgm:prSet presAssocID="{5AF70E37-63FF-4D2B-8396-C028C0128244}" presName="background3" presStyleLbl="asst1" presStyleIdx="1" presStyleCnt="11"/>
      <dgm:spPr/>
    </dgm:pt>
    <dgm:pt modelId="{21FA5FC1-6AD1-43CD-9373-F50650A26815}" type="pres">
      <dgm:prSet presAssocID="{5AF70E37-63FF-4D2B-8396-C028C0128244}" presName="text3" presStyleLbl="fgAcc3" presStyleIdx="0" presStyleCnt="4">
        <dgm:presLayoutVars>
          <dgm:chPref val="3"/>
        </dgm:presLayoutVars>
      </dgm:prSet>
      <dgm:spPr/>
    </dgm:pt>
    <dgm:pt modelId="{0EE64A55-7A95-47B3-8409-02D3C69864A6}" type="pres">
      <dgm:prSet presAssocID="{5AF70E37-63FF-4D2B-8396-C028C0128244}" presName="hierChild4" presStyleCnt="0"/>
      <dgm:spPr/>
    </dgm:pt>
    <dgm:pt modelId="{3AD8B4B1-03EB-4E47-8812-90C9F3768295}" type="pres">
      <dgm:prSet presAssocID="{48DF676E-DA88-4B56-BACE-F8221D622FC4}" presName="Name17" presStyleLbl="parChTrans1D3" presStyleIdx="1" presStyleCnt="4"/>
      <dgm:spPr/>
    </dgm:pt>
    <dgm:pt modelId="{75CA97F5-5443-41F2-99BC-7B9C8BB3C929}" type="pres">
      <dgm:prSet presAssocID="{C7AE168A-5DB7-443F-97BF-B25BF5A5E65D}" presName="hierRoot3" presStyleCnt="0"/>
      <dgm:spPr/>
    </dgm:pt>
    <dgm:pt modelId="{7312C5F7-137B-4AB6-B6BC-A63895664CD8}" type="pres">
      <dgm:prSet presAssocID="{C7AE168A-5DB7-443F-97BF-B25BF5A5E65D}" presName="composite3" presStyleCnt="0"/>
      <dgm:spPr/>
    </dgm:pt>
    <dgm:pt modelId="{06FB3540-9BA1-42A4-B260-06BC724B247A}" type="pres">
      <dgm:prSet presAssocID="{C7AE168A-5DB7-443F-97BF-B25BF5A5E65D}" presName="background3" presStyleLbl="node3" presStyleIdx="0" presStyleCnt="1"/>
      <dgm:spPr/>
    </dgm:pt>
    <dgm:pt modelId="{B20A80AD-FD8B-4315-A071-D37420AF70E2}" type="pres">
      <dgm:prSet presAssocID="{C7AE168A-5DB7-443F-97BF-B25BF5A5E65D}" presName="text3" presStyleLbl="fgAcc3" presStyleIdx="1" presStyleCnt="4">
        <dgm:presLayoutVars>
          <dgm:chPref val="3"/>
        </dgm:presLayoutVars>
      </dgm:prSet>
      <dgm:spPr/>
    </dgm:pt>
    <dgm:pt modelId="{69BDB5FB-A306-4F89-AEBF-A7E927964FF0}" type="pres">
      <dgm:prSet presAssocID="{C7AE168A-5DB7-443F-97BF-B25BF5A5E65D}" presName="hierChild4" presStyleCnt="0"/>
      <dgm:spPr/>
    </dgm:pt>
    <dgm:pt modelId="{91519FE6-DF2A-413B-8946-F5EFD7057D78}" type="pres">
      <dgm:prSet presAssocID="{51E24BBE-C4CB-4DE6-B754-2A145640CD10}" presName="Name10" presStyleLbl="parChTrans1D2" presStyleIdx="1" presStyleCnt="2"/>
      <dgm:spPr/>
    </dgm:pt>
    <dgm:pt modelId="{1EBA0923-B41A-4D71-A048-BBE0EFFEB445}" type="pres">
      <dgm:prSet presAssocID="{C586E080-D89B-4DAC-AACA-8B88CFB05EA1}" presName="hierRoot2" presStyleCnt="0"/>
      <dgm:spPr/>
    </dgm:pt>
    <dgm:pt modelId="{5B31C618-7979-4D28-97FC-26020F999E6E}" type="pres">
      <dgm:prSet presAssocID="{C586E080-D89B-4DAC-AACA-8B88CFB05EA1}" presName="composite2" presStyleCnt="0"/>
      <dgm:spPr/>
    </dgm:pt>
    <dgm:pt modelId="{8D9D126D-F1FA-4B0B-B1BE-04296CFFB01F}" type="pres">
      <dgm:prSet presAssocID="{C586E080-D89B-4DAC-AACA-8B88CFB05EA1}" presName="background2" presStyleLbl="asst1" presStyleIdx="2" presStyleCnt="11"/>
      <dgm:spPr/>
    </dgm:pt>
    <dgm:pt modelId="{653552D7-9011-4668-BC29-6CD6BE380443}" type="pres">
      <dgm:prSet presAssocID="{C586E080-D89B-4DAC-AACA-8B88CFB05EA1}" presName="text2" presStyleLbl="fgAcc2" presStyleIdx="1" presStyleCnt="2">
        <dgm:presLayoutVars>
          <dgm:chPref val="3"/>
        </dgm:presLayoutVars>
      </dgm:prSet>
      <dgm:spPr/>
    </dgm:pt>
    <dgm:pt modelId="{94490786-F6FF-4A79-9920-4F0EDD76CFC7}" type="pres">
      <dgm:prSet presAssocID="{C586E080-D89B-4DAC-AACA-8B88CFB05EA1}" presName="hierChild3" presStyleCnt="0"/>
      <dgm:spPr/>
    </dgm:pt>
    <dgm:pt modelId="{A4FE9DFF-2886-4529-A5C6-F440C0E5885E}" type="pres">
      <dgm:prSet presAssocID="{33F4705B-10CA-4C70-A274-2168389C6CEC}" presName="Name17" presStyleLbl="parChTrans1D3" presStyleIdx="2" presStyleCnt="4"/>
      <dgm:spPr/>
    </dgm:pt>
    <dgm:pt modelId="{C13B32B9-3FFC-4A78-B46B-F71F4E0563ED}" type="pres">
      <dgm:prSet presAssocID="{43CBE11A-0892-42F3-BD43-0A12C40A9CFD}" presName="hierRoot3" presStyleCnt="0"/>
      <dgm:spPr/>
    </dgm:pt>
    <dgm:pt modelId="{4E6D8F37-8D60-45B1-A19D-9DB69192BB01}" type="pres">
      <dgm:prSet presAssocID="{43CBE11A-0892-42F3-BD43-0A12C40A9CFD}" presName="composite3" presStyleCnt="0"/>
      <dgm:spPr/>
    </dgm:pt>
    <dgm:pt modelId="{0DCED176-BC85-488D-B966-335CCBE7AE66}" type="pres">
      <dgm:prSet presAssocID="{43CBE11A-0892-42F3-BD43-0A12C40A9CFD}" presName="background3" presStyleLbl="asst1" presStyleIdx="3" presStyleCnt="11"/>
      <dgm:spPr/>
    </dgm:pt>
    <dgm:pt modelId="{9CB89BBC-1F32-4E07-B52E-EABA41621B54}" type="pres">
      <dgm:prSet presAssocID="{43CBE11A-0892-42F3-BD43-0A12C40A9CFD}" presName="text3" presStyleLbl="fgAcc3" presStyleIdx="2" presStyleCnt="4">
        <dgm:presLayoutVars>
          <dgm:chPref val="3"/>
        </dgm:presLayoutVars>
      </dgm:prSet>
      <dgm:spPr/>
    </dgm:pt>
    <dgm:pt modelId="{0AD803ED-C072-461A-8533-BAE97A45FA21}" type="pres">
      <dgm:prSet presAssocID="{43CBE11A-0892-42F3-BD43-0A12C40A9CFD}" presName="hierChild4" presStyleCnt="0"/>
      <dgm:spPr/>
    </dgm:pt>
    <dgm:pt modelId="{0F2E8EB3-811C-4D3B-9470-156EBA34E9A5}" type="pres">
      <dgm:prSet presAssocID="{6E5046F3-E7A0-4FEC-A874-9FB85C97859D}" presName="Name23" presStyleLbl="parChTrans1D4" presStyleIdx="0" presStyleCnt="6"/>
      <dgm:spPr/>
    </dgm:pt>
    <dgm:pt modelId="{FE3817F5-5EA0-4663-A455-94583265E1A0}" type="pres">
      <dgm:prSet presAssocID="{5A5BE83B-061B-4EF9-9DAB-8D13C15780F5}" presName="hierRoot4" presStyleCnt="0"/>
      <dgm:spPr/>
    </dgm:pt>
    <dgm:pt modelId="{2EC85A8A-9E69-461D-9969-F33B7EB6E652}" type="pres">
      <dgm:prSet presAssocID="{5A5BE83B-061B-4EF9-9DAB-8D13C15780F5}" presName="composite4" presStyleCnt="0"/>
      <dgm:spPr/>
    </dgm:pt>
    <dgm:pt modelId="{76166ECB-C2BD-4686-ADEF-BFE2AB2B4A94}" type="pres">
      <dgm:prSet presAssocID="{5A5BE83B-061B-4EF9-9DAB-8D13C15780F5}" presName="background4" presStyleLbl="asst1" presStyleIdx="4" presStyleCnt="11"/>
      <dgm:spPr/>
    </dgm:pt>
    <dgm:pt modelId="{8857DB5F-6408-4891-A54D-724BF3FDAA52}" type="pres">
      <dgm:prSet presAssocID="{5A5BE83B-061B-4EF9-9DAB-8D13C15780F5}" presName="text4" presStyleLbl="fgAcc4" presStyleIdx="0" presStyleCnt="6">
        <dgm:presLayoutVars>
          <dgm:chPref val="3"/>
        </dgm:presLayoutVars>
      </dgm:prSet>
      <dgm:spPr/>
    </dgm:pt>
    <dgm:pt modelId="{E854C05D-EFF7-4915-8926-966BC38E28D4}" type="pres">
      <dgm:prSet presAssocID="{5A5BE83B-061B-4EF9-9DAB-8D13C15780F5}" presName="hierChild5" presStyleCnt="0"/>
      <dgm:spPr/>
    </dgm:pt>
    <dgm:pt modelId="{676B677D-5ED6-4652-98BD-6510A363FEBC}" type="pres">
      <dgm:prSet presAssocID="{D4827EF5-4021-4607-8253-6E2C3E23057D}" presName="Name23" presStyleLbl="parChTrans1D4" presStyleIdx="1" presStyleCnt="6"/>
      <dgm:spPr/>
    </dgm:pt>
    <dgm:pt modelId="{FAC46F22-2738-4FD3-8D23-EF4D850494FC}" type="pres">
      <dgm:prSet presAssocID="{B5B008D3-3C2E-4CE6-9F71-CF55B7A1CED0}" presName="hierRoot4" presStyleCnt="0"/>
      <dgm:spPr/>
    </dgm:pt>
    <dgm:pt modelId="{4B1286B5-2D24-4244-B5B1-E33F03BB53CD}" type="pres">
      <dgm:prSet presAssocID="{B5B008D3-3C2E-4CE6-9F71-CF55B7A1CED0}" presName="composite4" presStyleCnt="0"/>
      <dgm:spPr/>
    </dgm:pt>
    <dgm:pt modelId="{60AA7CF9-E424-420B-AACD-6FC9FFCFF467}" type="pres">
      <dgm:prSet presAssocID="{B5B008D3-3C2E-4CE6-9F71-CF55B7A1CED0}" presName="background4" presStyleLbl="asst1" presStyleIdx="5" presStyleCnt="11"/>
      <dgm:spPr/>
    </dgm:pt>
    <dgm:pt modelId="{0DF03D1D-D821-4281-8822-6E5AB593AEC5}" type="pres">
      <dgm:prSet presAssocID="{B5B008D3-3C2E-4CE6-9F71-CF55B7A1CED0}" presName="text4" presStyleLbl="fgAcc4" presStyleIdx="1" presStyleCnt="6">
        <dgm:presLayoutVars>
          <dgm:chPref val="3"/>
        </dgm:presLayoutVars>
      </dgm:prSet>
      <dgm:spPr/>
    </dgm:pt>
    <dgm:pt modelId="{B697243A-CCD6-4A3B-A1E8-CE13B81E5D3C}" type="pres">
      <dgm:prSet presAssocID="{B5B008D3-3C2E-4CE6-9F71-CF55B7A1CED0}" presName="hierChild5" presStyleCnt="0"/>
      <dgm:spPr/>
    </dgm:pt>
    <dgm:pt modelId="{AC8A6B62-21F2-4C27-A368-26A8980EB4AB}" type="pres">
      <dgm:prSet presAssocID="{B2F0C5FA-91D7-4C84-B6FE-F8E6A0B962AE}" presName="Name23" presStyleLbl="parChTrans1D4" presStyleIdx="2" presStyleCnt="6"/>
      <dgm:spPr/>
    </dgm:pt>
    <dgm:pt modelId="{ABEE7684-C46F-4A21-AEEA-7D055ACD9D3A}" type="pres">
      <dgm:prSet presAssocID="{6212A81E-1A77-44DD-98AD-C49F9763019F}" presName="hierRoot4" presStyleCnt="0"/>
      <dgm:spPr/>
    </dgm:pt>
    <dgm:pt modelId="{78BFC171-3C53-4F3F-99CA-3B8BAD2B7E14}" type="pres">
      <dgm:prSet presAssocID="{6212A81E-1A77-44DD-98AD-C49F9763019F}" presName="composite4" presStyleCnt="0"/>
      <dgm:spPr/>
    </dgm:pt>
    <dgm:pt modelId="{CE035EE5-3465-4226-92BD-305A4EE4FA4A}" type="pres">
      <dgm:prSet presAssocID="{6212A81E-1A77-44DD-98AD-C49F9763019F}" presName="background4" presStyleLbl="asst1" presStyleIdx="6" presStyleCnt="11"/>
      <dgm:spPr/>
    </dgm:pt>
    <dgm:pt modelId="{4F2C1BBB-C022-43B4-9357-BDA8B9F4C5B2}" type="pres">
      <dgm:prSet presAssocID="{6212A81E-1A77-44DD-98AD-C49F9763019F}" presName="text4" presStyleLbl="fgAcc4" presStyleIdx="2" presStyleCnt="6">
        <dgm:presLayoutVars>
          <dgm:chPref val="3"/>
        </dgm:presLayoutVars>
      </dgm:prSet>
      <dgm:spPr/>
    </dgm:pt>
    <dgm:pt modelId="{0F93780F-0721-4C43-BCB1-6C239CC5A998}" type="pres">
      <dgm:prSet presAssocID="{6212A81E-1A77-44DD-98AD-C49F9763019F}" presName="hierChild5" presStyleCnt="0"/>
      <dgm:spPr/>
    </dgm:pt>
    <dgm:pt modelId="{9D2CA38B-A0C4-45E2-B13E-2491BB2F1EB8}" type="pres">
      <dgm:prSet presAssocID="{17571941-60D8-4FE3-A9E9-87370FBDA8B7}" presName="Name23" presStyleLbl="parChTrans1D4" presStyleIdx="3" presStyleCnt="6"/>
      <dgm:spPr/>
    </dgm:pt>
    <dgm:pt modelId="{C0AEC980-CF14-4B0A-8661-87865CB7977B}" type="pres">
      <dgm:prSet presAssocID="{7424C253-04EB-4BA3-A7F0-58CADAB826D0}" presName="hierRoot4" presStyleCnt="0"/>
      <dgm:spPr/>
    </dgm:pt>
    <dgm:pt modelId="{A6CB24D6-A885-469C-83B7-C38487121366}" type="pres">
      <dgm:prSet presAssocID="{7424C253-04EB-4BA3-A7F0-58CADAB826D0}" presName="composite4" presStyleCnt="0"/>
      <dgm:spPr/>
    </dgm:pt>
    <dgm:pt modelId="{EF361285-53AB-4939-A6F1-6A31F870D23A}" type="pres">
      <dgm:prSet presAssocID="{7424C253-04EB-4BA3-A7F0-58CADAB826D0}" presName="background4" presStyleLbl="asst1" presStyleIdx="7" presStyleCnt="11"/>
      <dgm:spPr/>
    </dgm:pt>
    <dgm:pt modelId="{F8FA1B98-7F71-4696-BC7A-FBE9CBB476AF}" type="pres">
      <dgm:prSet presAssocID="{7424C253-04EB-4BA3-A7F0-58CADAB826D0}" presName="text4" presStyleLbl="fgAcc4" presStyleIdx="3" presStyleCnt="6">
        <dgm:presLayoutVars>
          <dgm:chPref val="3"/>
        </dgm:presLayoutVars>
      </dgm:prSet>
      <dgm:spPr/>
    </dgm:pt>
    <dgm:pt modelId="{31B3DB4B-02A5-4FB6-8997-9E5FDAD6A493}" type="pres">
      <dgm:prSet presAssocID="{7424C253-04EB-4BA3-A7F0-58CADAB826D0}" presName="hierChild5" presStyleCnt="0"/>
      <dgm:spPr/>
    </dgm:pt>
    <dgm:pt modelId="{5A89A8FC-758F-447B-B43C-9BE368B3EE94}" type="pres">
      <dgm:prSet presAssocID="{831147EE-E9D7-44F7-974B-6E930EC8F136}" presName="Name23" presStyleLbl="parChTrans1D4" presStyleIdx="4" presStyleCnt="6"/>
      <dgm:spPr/>
    </dgm:pt>
    <dgm:pt modelId="{B9A04BF2-241A-4FD5-9133-848A2291D896}" type="pres">
      <dgm:prSet presAssocID="{0F2A6A6D-2400-4F98-B67D-735E58B76C06}" presName="hierRoot4" presStyleCnt="0"/>
      <dgm:spPr/>
    </dgm:pt>
    <dgm:pt modelId="{9031BFCE-E690-4DAF-ABAE-DB7E978DC2A9}" type="pres">
      <dgm:prSet presAssocID="{0F2A6A6D-2400-4F98-B67D-735E58B76C06}" presName="composite4" presStyleCnt="0"/>
      <dgm:spPr/>
    </dgm:pt>
    <dgm:pt modelId="{53E762EF-3E62-4A54-81A1-E6024188ADDE}" type="pres">
      <dgm:prSet presAssocID="{0F2A6A6D-2400-4F98-B67D-735E58B76C06}" presName="background4" presStyleLbl="asst1" presStyleIdx="8" presStyleCnt="11"/>
      <dgm:spPr/>
    </dgm:pt>
    <dgm:pt modelId="{E0B5B1A0-AA89-465B-BCCD-065E0A9CA4E4}" type="pres">
      <dgm:prSet presAssocID="{0F2A6A6D-2400-4F98-B67D-735E58B76C06}" presName="text4" presStyleLbl="fgAcc4" presStyleIdx="4" presStyleCnt="6">
        <dgm:presLayoutVars>
          <dgm:chPref val="3"/>
        </dgm:presLayoutVars>
      </dgm:prSet>
      <dgm:spPr/>
    </dgm:pt>
    <dgm:pt modelId="{0F325337-73E3-4CA0-A3B0-959F6F2E7B68}" type="pres">
      <dgm:prSet presAssocID="{0F2A6A6D-2400-4F98-B67D-735E58B76C06}" presName="hierChild5" presStyleCnt="0"/>
      <dgm:spPr/>
    </dgm:pt>
    <dgm:pt modelId="{B2A6D099-1093-46E7-8756-66EC15DA0A50}" type="pres">
      <dgm:prSet presAssocID="{84EE524D-42C9-4D0B-923C-67A1FF3C04EE}" presName="Name23" presStyleLbl="parChTrans1D4" presStyleIdx="5" presStyleCnt="6"/>
      <dgm:spPr/>
    </dgm:pt>
    <dgm:pt modelId="{B71D8BEA-B1C2-48B2-8AC7-9C6D52839D75}" type="pres">
      <dgm:prSet presAssocID="{B3FA540B-03A3-42BA-A9D6-6E1E7C2DF708}" presName="hierRoot4" presStyleCnt="0"/>
      <dgm:spPr/>
    </dgm:pt>
    <dgm:pt modelId="{30EAFFC7-7B65-417E-A636-CDAEB24C16A3}" type="pres">
      <dgm:prSet presAssocID="{B3FA540B-03A3-42BA-A9D6-6E1E7C2DF708}" presName="composite4" presStyleCnt="0"/>
      <dgm:spPr/>
    </dgm:pt>
    <dgm:pt modelId="{9083CDE3-E0DC-403A-B4BB-127123FBF8A6}" type="pres">
      <dgm:prSet presAssocID="{B3FA540B-03A3-42BA-A9D6-6E1E7C2DF708}" presName="background4" presStyleLbl="asst1" presStyleIdx="9" presStyleCnt="11"/>
      <dgm:spPr/>
    </dgm:pt>
    <dgm:pt modelId="{2BA1452C-52A7-4550-9AFE-60E8A4580A7F}" type="pres">
      <dgm:prSet presAssocID="{B3FA540B-03A3-42BA-A9D6-6E1E7C2DF708}" presName="text4" presStyleLbl="fgAcc4" presStyleIdx="5" presStyleCnt="6">
        <dgm:presLayoutVars>
          <dgm:chPref val="3"/>
        </dgm:presLayoutVars>
      </dgm:prSet>
      <dgm:spPr/>
    </dgm:pt>
    <dgm:pt modelId="{4F3BAEED-4E51-406C-BF48-78BE36DDAED1}" type="pres">
      <dgm:prSet presAssocID="{B3FA540B-03A3-42BA-A9D6-6E1E7C2DF708}" presName="hierChild5" presStyleCnt="0"/>
      <dgm:spPr/>
    </dgm:pt>
    <dgm:pt modelId="{F9FC928B-8D10-4D0D-925C-755A645816D8}" type="pres">
      <dgm:prSet presAssocID="{3C03C177-ACF4-4EC2-A7E5-DA1A12C02BD3}" presName="Name17" presStyleLbl="parChTrans1D3" presStyleIdx="3" presStyleCnt="4"/>
      <dgm:spPr/>
    </dgm:pt>
    <dgm:pt modelId="{A188C706-EE93-4585-A7E4-74EBFC1D6D81}" type="pres">
      <dgm:prSet presAssocID="{61E6A20A-85B0-4CF5-8F19-FFF7EA283E82}" presName="hierRoot3" presStyleCnt="0"/>
      <dgm:spPr/>
    </dgm:pt>
    <dgm:pt modelId="{1D0F8191-D203-46C6-A2B8-CA751877193C}" type="pres">
      <dgm:prSet presAssocID="{61E6A20A-85B0-4CF5-8F19-FFF7EA283E82}" presName="composite3" presStyleCnt="0"/>
      <dgm:spPr/>
    </dgm:pt>
    <dgm:pt modelId="{FAA71861-B2FF-4991-88E4-10812AD89DDC}" type="pres">
      <dgm:prSet presAssocID="{61E6A20A-85B0-4CF5-8F19-FFF7EA283E82}" presName="background3" presStyleLbl="asst1" presStyleIdx="10" presStyleCnt="11"/>
      <dgm:spPr/>
    </dgm:pt>
    <dgm:pt modelId="{1A2DAF95-C333-4FE5-BECE-917CB8DD68FA}" type="pres">
      <dgm:prSet presAssocID="{61E6A20A-85B0-4CF5-8F19-FFF7EA283E82}" presName="text3" presStyleLbl="fgAcc3" presStyleIdx="3" presStyleCnt="4">
        <dgm:presLayoutVars>
          <dgm:chPref val="3"/>
        </dgm:presLayoutVars>
      </dgm:prSet>
      <dgm:spPr/>
    </dgm:pt>
    <dgm:pt modelId="{AAC43F34-8881-4689-9B7E-FA6749EB350A}" type="pres">
      <dgm:prSet presAssocID="{61E6A20A-85B0-4CF5-8F19-FFF7EA283E82}" presName="hierChild4" presStyleCnt="0"/>
      <dgm:spPr/>
    </dgm:pt>
  </dgm:ptLst>
  <dgm:cxnLst>
    <dgm:cxn modelId="{34B26801-BE88-4547-A90E-57C4705DA974}" type="presOf" srcId="{D4827EF5-4021-4607-8253-6E2C3E23057D}" destId="{676B677D-5ED6-4652-98BD-6510A363FEBC}" srcOrd="0" destOrd="0" presId="urn:microsoft.com/office/officeart/2005/8/layout/hierarchy1"/>
    <dgm:cxn modelId="{871CEC04-78D4-43C6-A614-AA660FF653B5}" type="presOf" srcId="{29E628F7-C1E3-4760-9195-39B50397F4CF}" destId="{ADEC159D-A5C1-4D78-8580-1A6AF3D7C7F8}" srcOrd="0" destOrd="0" presId="urn:microsoft.com/office/officeart/2005/8/layout/hierarchy1"/>
    <dgm:cxn modelId="{48EA3506-B93C-44BF-A92B-8DEEA92C6348}" srcId="{3F97AE5B-B40F-4E86-9991-9F3764C3381D}" destId="{C7AE168A-5DB7-443F-97BF-B25BF5A5E65D}" srcOrd="1" destOrd="0" parTransId="{48DF676E-DA88-4B56-BACE-F8221D622FC4}" sibTransId="{DBA37D19-3F07-4ACE-85A5-6C0CD4646787}"/>
    <dgm:cxn modelId="{2AEFBF0A-2C65-4208-BE4D-E551AA1DCDB0}" type="presOf" srcId="{B2F0C5FA-91D7-4C84-B6FE-F8E6A0B962AE}" destId="{AC8A6B62-21F2-4C27-A368-26A8980EB4AB}" srcOrd="0" destOrd="0" presId="urn:microsoft.com/office/officeart/2005/8/layout/hierarchy1"/>
    <dgm:cxn modelId="{7DA0500C-F0AA-4E43-B3E6-FF50F7045BE7}" type="presOf" srcId="{3C03C177-ACF4-4EC2-A7E5-DA1A12C02BD3}" destId="{F9FC928B-8D10-4D0D-925C-755A645816D8}" srcOrd="0" destOrd="0" presId="urn:microsoft.com/office/officeart/2005/8/layout/hierarchy1"/>
    <dgm:cxn modelId="{9ED6E40D-C3AE-4C55-A88F-146500CBD134}" srcId="{5A5BE83B-061B-4EF9-9DAB-8D13C15780F5}" destId="{6212A81E-1A77-44DD-98AD-C49F9763019F}" srcOrd="1" destOrd="0" parTransId="{B2F0C5FA-91D7-4C84-B6FE-F8E6A0B962AE}" sibTransId="{9A19CD81-11AA-4916-A69C-2B87770C826C}"/>
    <dgm:cxn modelId="{C9DA922B-355C-405C-975C-4CAE8D4EF9D3}" type="presOf" srcId="{61DEAA2C-9524-43AC-ABB2-F66676FFF3F4}" destId="{42B4F584-BE8C-4271-AFF0-C319D838E18B}" srcOrd="0" destOrd="0" presId="urn:microsoft.com/office/officeart/2005/8/layout/hierarchy1"/>
    <dgm:cxn modelId="{A957D661-5990-4C2E-AE19-C4DEAD87CFBD}" type="presOf" srcId="{0F2A6A6D-2400-4F98-B67D-735E58B76C06}" destId="{E0B5B1A0-AA89-465B-BCCD-065E0A9CA4E4}" srcOrd="0" destOrd="0" presId="urn:microsoft.com/office/officeart/2005/8/layout/hierarchy1"/>
    <dgm:cxn modelId="{D11F1868-E64A-404A-8F28-9B9F5D8FC390}" type="presOf" srcId="{61E6A20A-85B0-4CF5-8F19-FFF7EA283E82}" destId="{1A2DAF95-C333-4FE5-BECE-917CB8DD68FA}" srcOrd="0" destOrd="0" presId="urn:microsoft.com/office/officeart/2005/8/layout/hierarchy1"/>
    <dgm:cxn modelId="{E9B6706A-51B6-4019-9B30-01A7C319D5FB}" type="presOf" srcId="{84EE524D-42C9-4D0B-923C-67A1FF3C04EE}" destId="{B2A6D099-1093-46E7-8756-66EC15DA0A50}" srcOrd="0" destOrd="0" presId="urn:microsoft.com/office/officeart/2005/8/layout/hierarchy1"/>
    <dgm:cxn modelId="{4372AF6A-42C5-4281-959A-A3405D7DA9AD}" srcId="{43CBE11A-0892-42F3-BD43-0A12C40A9CFD}" destId="{5A5BE83B-061B-4EF9-9DAB-8D13C15780F5}" srcOrd="0" destOrd="0" parTransId="{6E5046F3-E7A0-4FEC-A874-9FB85C97859D}" sibTransId="{4017E705-ADD8-4EA7-AD01-886D16085F8D}"/>
    <dgm:cxn modelId="{596F9770-B8C5-4509-96DF-80DA8AA95171}" srcId="{7424C253-04EB-4BA3-A7F0-58CADAB826D0}" destId="{0F2A6A6D-2400-4F98-B67D-735E58B76C06}" srcOrd="0" destOrd="0" parTransId="{831147EE-E9D7-44F7-974B-6E930EC8F136}" sibTransId="{3825F9DB-437A-44FB-978F-BDC9F481FEB9}"/>
    <dgm:cxn modelId="{FBE2BA70-0932-4ABE-8ED7-0A10AC6F9A52}" type="presOf" srcId="{3F97AE5B-B40F-4E86-9991-9F3764C3381D}" destId="{92822955-090E-4FE8-8CC0-8A68B4E2BD7A}" srcOrd="0" destOrd="0" presId="urn:microsoft.com/office/officeart/2005/8/layout/hierarchy1"/>
    <dgm:cxn modelId="{C0244477-9E33-4E3A-BFEF-399997405D75}" type="presOf" srcId="{C7AE168A-5DB7-443F-97BF-B25BF5A5E65D}" destId="{B20A80AD-FD8B-4315-A071-D37420AF70E2}" srcOrd="0" destOrd="0" presId="urn:microsoft.com/office/officeart/2005/8/layout/hierarchy1"/>
    <dgm:cxn modelId="{A334FF57-A224-4B0C-A5A4-2B9CD591420F}" type="presOf" srcId="{51E24BBE-C4CB-4DE6-B754-2A145640CD10}" destId="{91519FE6-DF2A-413B-8946-F5EFD7057D78}" srcOrd="0" destOrd="0" presId="urn:microsoft.com/office/officeart/2005/8/layout/hierarchy1"/>
    <dgm:cxn modelId="{16D9FF82-E030-4F44-A119-F418259B47DD}" type="presOf" srcId="{CB60F58C-65AC-4EB8-B722-9B725C3353C7}" destId="{3E3D6991-DB58-4C70-98E9-042505034308}" srcOrd="0" destOrd="0" presId="urn:microsoft.com/office/officeart/2005/8/layout/hierarchy1"/>
    <dgm:cxn modelId="{28140B87-D1A4-4321-804E-E54FC59981EC}" srcId="{C586E080-D89B-4DAC-AACA-8B88CFB05EA1}" destId="{61E6A20A-85B0-4CF5-8F19-FFF7EA283E82}" srcOrd="1" destOrd="0" parTransId="{3C03C177-ACF4-4EC2-A7E5-DA1A12C02BD3}" sibTransId="{005BCA90-08A5-4374-AF5F-677D4C223FAB}"/>
    <dgm:cxn modelId="{C0396889-C002-4758-A345-930068413ECA}" srcId="{2BF8510A-C018-4549-98A7-B52A2C017F4D}" destId="{3F97AE5B-B40F-4E86-9991-9F3764C3381D}" srcOrd="0" destOrd="0" parTransId="{CB60F58C-65AC-4EB8-B722-9B725C3353C7}" sibTransId="{AA41377E-F976-44B1-A5AD-67F347091AC5}"/>
    <dgm:cxn modelId="{3FC5DF8C-0EA4-4FE6-B438-32D00597A426}" srcId="{7424C253-04EB-4BA3-A7F0-58CADAB826D0}" destId="{B3FA540B-03A3-42BA-A9D6-6E1E7C2DF708}" srcOrd="1" destOrd="0" parTransId="{84EE524D-42C9-4D0B-923C-67A1FF3C04EE}" sibTransId="{AC3B7503-A621-4077-B5D4-47E9FB73ABD5}"/>
    <dgm:cxn modelId="{07ED7B92-D73B-4FE3-B946-C97E44E84D3D}" srcId="{C586E080-D89B-4DAC-AACA-8B88CFB05EA1}" destId="{43CBE11A-0892-42F3-BD43-0A12C40A9CFD}" srcOrd="0" destOrd="0" parTransId="{33F4705B-10CA-4C70-A274-2168389C6CEC}" sibTransId="{CCA8C5BC-67BC-46D6-A4F0-09E468A2EE40}"/>
    <dgm:cxn modelId="{31E6FD93-BF41-42B1-8A5E-28822783B4FD}" srcId="{5A5BE83B-061B-4EF9-9DAB-8D13C15780F5}" destId="{B5B008D3-3C2E-4CE6-9F71-CF55B7A1CED0}" srcOrd="0" destOrd="0" parTransId="{D4827EF5-4021-4607-8253-6E2C3E23057D}" sibTransId="{F8E89FCF-442B-47DA-B761-99A3628F30A1}"/>
    <dgm:cxn modelId="{10B0C4AB-B1C2-4B50-8617-141D338F6502}" srcId="{3F97AE5B-B40F-4E86-9991-9F3764C3381D}" destId="{5AF70E37-63FF-4D2B-8396-C028C0128244}" srcOrd="0" destOrd="0" parTransId="{61DEAA2C-9524-43AC-ABB2-F66676FFF3F4}" sibTransId="{E794012C-C8A2-4768-8226-7B89371871DE}"/>
    <dgm:cxn modelId="{F65C1EAE-9894-4BC4-96EB-283EEA9FA073}" type="presOf" srcId="{48DF676E-DA88-4B56-BACE-F8221D622FC4}" destId="{3AD8B4B1-03EB-4E47-8812-90C9F3768295}" srcOrd="0" destOrd="0" presId="urn:microsoft.com/office/officeart/2005/8/layout/hierarchy1"/>
    <dgm:cxn modelId="{EF4DB9AE-8F94-4EA4-868E-C331A26DCD76}" srcId="{43CBE11A-0892-42F3-BD43-0A12C40A9CFD}" destId="{7424C253-04EB-4BA3-A7F0-58CADAB826D0}" srcOrd="1" destOrd="0" parTransId="{17571941-60D8-4FE3-A9E9-87370FBDA8B7}" sibTransId="{4EE39E78-ABFB-4254-A851-3326A5CBCE2C}"/>
    <dgm:cxn modelId="{232DA9B4-2B77-4A24-8992-A37C5427BFF6}" type="presOf" srcId="{5AF70E37-63FF-4D2B-8396-C028C0128244}" destId="{21FA5FC1-6AD1-43CD-9373-F50650A26815}" srcOrd="0" destOrd="0" presId="urn:microsoft.com/office/officeart/2005/8/layout/hierarchy1"/>
    <dgm:cxn modelId="{9F06DBB6-0FB5-4067-872F-395339CACB25}" type="presOf" srcId="{6212A81E-1A77-44DD-98AD-C49F9763019F}" destId="{4F2C1BBB-C022-43B4-9357-BDA8B9F4C5B2}" srcOrd="0" destOrd="0" presId="urn:microsoft.com/office/officeart/2005/8/layout/hierarchy1"/>
    <dgm:cxn modelId="{8AEA28B8-20C4-45BB-9ECB-5C5106B57D21}" type="presOf" srcId="{831147EE-E9D7-44F7-974B-6E930EC8F136}" destId="{5A89A8FC-758F-447B-B43C-9BE368B3EE94}" srcOrd="0" destOrd="0" presId="urn:microsoft.com/office/officeart/2005/8/layout/hierarchy1"/>
    <dgm:cxn modelId="{91C15ABC-830F-43F1-90FD-344A56479876}" type="presOf" srcId="{33F4705B-10CA-4C70-A274-2168389C6CEC}" destId="{A4FE9DFF-2886-4529-A5C6-F440C0E5885E}" srcOrd="0" destOrd="0" presId="urn:microsoft.com/office/officeart/2005/8/layout/hierarchy1"/>
    <dgm:cxn modelId="{254CF2C0-8799-4234-810E-A89BFA9254CE}" type="presOf" srcId="{43CBE11A-0892-42F3-BD43-0A12C40A9CFD}" destId="{9CB89BBC-1F32-4E07-B52E-EABA41621B54}" srcOrd="0" destOrd="0" presId="urn:microsoft.com/office/officeart/2005/8/layout/hierarchy1"/>
    <dgm:cxn modelId="{482A45C4-A31D-4C76-B731-259616FBF494}" srcId="{2BF8510A-C018-4549-98A7-B52A2C017F4D}" destId="{C586E080-D89B-4DAC-AACA-8B88CFB05EA1}" srcOrd="1" destOrd="0" parTransId="{51E24BBE-C4CB-4DE6-B754-2A145640CD10}" sibTransId="{CF71488C-67DA-4DE3-B61A-D97D42F84BBA}"/>
    <dgm:cxn modelId="{EAD245C5-533A-41E6-BFF5-EAAB201247CC}" type="presOf" srcId="{B5B008D3-3C2E-4CE6-9F71-CF55B7A1CED0}" destId="{0DF03D1D-D821-4281-8822-6E5AB593AEC5}" srcOrd="0" destOrd="0" presId="urn:microsoft.com/office/officeart/2005/8/layout/hierarchy1"/>
    <dgm:cxn modelId="{1513EFC6-D78C-4446-AEE1-4DEF3FA02E50}" type="presOf" srcId="{C586E080-D89B-4DAC-AACA-8B88CFB05EA1}" destId="{653552D7-9011-4668-BC29-6CD6BE380443}" srcOrd="0" destOrd="0" presId="urn:microsoft.com/office/officeart/2005/8/layout/hierarchy1"/>
    <dgm:cxn modelId="{773013DD-DDB0-4D2C-9612-13C87E0D9726}" type="presOf" srcId="{17571941-60D8-4FE3-A9E9-87370FBDA8B7}" destId="{9D2CA38B-A0C4-45E2-B13E-2491BB2F1EB8}" srcOrd="0" destOrd="0" presId="urn:microsoft.com/office/officeart/2005/8/layout/hierarchy1"/>
    <dgm:cxn modelId="{59C528DE-8E8A-4E04-B956-A7D8383975EA}" srcId="{29E628F7-C1E3-4760-9195-39B50397F4CF}" destId="{2BF8510A-C018-4549-98A7-B52A2C017F4D}" srcOrd="0" destOrd="0" parTransId="{38336EBF-06ED-422C-A769-4047E63649A8}" sibTransId="{EFED6CFE-BB32-4570-A570-1D1C18E14712}"/>
    <dgm:cxn modelId="{C1FE12E5-7E79-4943-A8C4-22A5A0695A0D}" type="presOf" srcId="{B3FA540B-03A3-42BA-A9D6-6E1E7C2DF708}" destId="{2BA1452C-52A7-4550-9AFE-60E8A4580A7F}" srcOrd="0" destOrd="0" presId="urn:microsoft.com/office/officeart/2005/8/layout/hierarchy1"/>
    <dgm:cxn modelId="{3B6130ED-5684-4987-8125-150C72D1C39D}" type="presOf" srcId="{7424C253-04EB-4BA3-A7F0-58CADAB826D0}" destId="{F8FA1B98-7F71-4696-BC7A-FBE9CBB476AF}" srcOrd="0" destOrd="0" presId="urn:microsoft.com/office/officeart/2005/8/layout/hierarchy1"/>
    <dgm:cxn modelId="{E4A60FEE-155C-4A37-A734-604D60065F2F}" type="presOf" srcId="{5A5BE83B-061B-4EF9-9DAB-8D13C15780F5}" destId="{8857DB5F-6408-4891-A54D-724BF3FDAA52}" srcOrd="0" destOrd="0" presId="urn:microsoft.com/office/officeart/2005/8/layout/hierarchy1"/>
    <dgm:cxn modelId="{416A0EF1-6D28-4AC4-B2CA-561807ED3B42}" type="presOf" srcId="{2BF8510A-C018-4549-98A7-B52A2C017F4D}" destId="{FAD3A9FF-B1D9-4D1C-977E-FDFE3D6B2624}" srcOrd="0" destOrd="0" presId="urn:microsoft.com/office/officeart/2005/8/layout/hierarchy1"/>
    <dgm:cxn modelId="{720F48F8-83BC-4DFD-BC4F-7F789137AEE2}" type="presOf" srcId="{6E5046F3-E7A0-4FEC-A874-9FB85C97859D}" destId="{0F2E8EB3-811C-4D3B-9470-156EBA34E9A5}" srcOrd="0" destOrd="0" presId="urn:microsoft.com/office/officeart/2005/8/layout/hierarchy1"/>
    <dgm:cxn modelId="{5D861E9E-C5B0-49AC-89A6-9D0E5CA1E10E}" type="presParOf" srcId="{ADEC159D-A5C1-4D78-8580-1A6AF3D7C7F8}" destId="{608F3690-8A6D-4A6F-8D58-04E57A4178CF}" srcOrd="0" destOrd="0" presId="urn:microsoft.com/office/officeart/2005/8/layout/hierarchy1"/>
    <dgm:cxn modelId="{305FEEB9-946B-4B9A-B1ED-5A5B41EE4598}" type="presParOf" srcId="{608F3690-8A6D-4A6F-8D58-04E57A4178CF}" destId="{ED027042-9BFA-4C5F-9FDF-04F99CA3C991}" srcOrd="0" destOrd="0" presId="urn:microsoft.com/office/officeart/2005/8/layout/hierarchy1"/>
    <dgm:cxn modelId="{25B0756A-80F2-4BFA-A7FC-85B6D886CE35}" type="presParOf" srcId="{ED027042-9BFA-4C5F-9FDF-04F99CA3C991}" destId="{8DB3B84C-DC2A-4C93-BD38-351347F98061}" srcOrd="0" destOrd="0" presId="urn:microsoft.com/office/officeart/2005/8/layout/hierarchy1"/>
    <dgm:cxn modelId="{9CBE219B-EF99-4E93-96B1-7EBEC79C7507}" type="presParOf" srcId="{ED027042-9BFA-4C5F-9FDF-04F99CA3C991}" destId="{FAD3A9FF-B1D9-4D1C-977E-FDFE3D6B2624}" srcOrd="1" destOrd="0" presId="urn:microsoft.com/office/officeart/2005/8/layout/hierarchy1"/>
    <dgm:cxn modelId="{8EE707B6-6C95-4690-8322-74EA64250FF4}" type="presParOf" srcId="{608F3690-8A6D-4A6F-8D58-04E57A4178CF}" destId="{569BD863-0C30-4793-A32A-3825C9942FBF}" srcOrd="1" destOrd="0" presId="urn:microsoft.com/office/officeart/2005/8/layout/hierarchy1"/>
    <dgm:cxn modelId="{9427A1D6-71EF-474B-AEDC-638A1C5B1FEE}" type="presParOf" srcId="{569BD863-0C30-4793-A32A-3825C9942FBF}" destId="{3E3D6991-DB58-4C70-98E9-042505034308}" srcOrd="0" destOrd="0" presId="urn:microsoft.com/office/officeart/2005/8/layout/hierarchy1"/>
    <dgm:cxn modelId="{029AE8D5-473F-46F5-BBE4-5241FE928C86}" type="presParOf" srcId="{569BD863-0C30-4793-A32A-3825C9942FBF}" destId="{AABF96B0-91D0-4519-A881-CE4EDE116981}" srcOrd="1" destOrd="0" presId="urn:microsoft.com/office/officeart/2005/8/layout/hierarchy1"/>
    <dgm:cxn modelId="{3033B462-BE0B-4329-97B7-F4DA36D82794}" type="presParOf" srcId="{AABF96B0-91D0-4519-A881-CE4EDE116981}" destId="{CB5961FA-0BB6-4286-92C8-893464E65B5A}" srcOrd="0" destOrd="0" presId="urn:microsoft.com/office/officeart/2005/8/layout/hierarchy1"/>
    <dgm:cxn modelId="{B6843D10-D60D-4129-93CC-FD2DD349BE5C}" type="presParOf" srcId="{CB5961FA-0BB6-4286-92C8-893464E65B5A}" destId="{1668D5F1-001F-4FFB-AEC8-38EE4ECAEB9C}" srcOrd="0" destOrd="0" presId="urn:microsoft.com/office/officeart/2005/8/layout/hierarchy1"/>
    <dgm:cxn modelId="{4408ECFB-9E3B-4CDB-A83B-F8E0AAA3E60E}" type="presParOf" srcId="{CB5961FA-0BB6-4286-92C8-893464E65B5A}" destId="{92822955-090E-4FE8-8CC0-8A68B4E2BD7A}" srcOrd="1" destOrd="0" presId="urn:microsoft.com/office/officeart/2005/8/layout/hierarchy1"/>
    <dgm:cxn modelId="{416A9765-5B92-4A53-8138-E8EC86744533}" type="presParOf" srcId="{AABF96B0-91D0-4519-A881-CE4EDE116981}" destId="{020D0AB3-4D30-4618-990D-3DC2D29B9BDC}" srcOrd="1" destOrd="0" presId="urn:microsoft.com/office/officeart/2005/8/layout/hierarchy1"/>
    <dgm:cxn modelId="{DF7E88B9-0B91-4915-A8F0-42805944F136}" type="presParOf" srcId="{020D0AB3-4D30-4618-990D-3DC2D29B9BDC}" destId="{42B4F584-BE8C-4271-AFF0-C319D838E18B}" srcOrd="0" destOrd="0" presId="urn:microsoft.com/office/officeart/2005/8/layout/hierarchy1"/>
    <dgm:cxn modelId="{725D5021-8524-4072-B6D7-D901B930C695}" type="presParOf" srcId="{020D0AB3-4D30-4618-990D-3DC2D29B9BDC}" destId="{1BD4F75F-7DF7-494A-A56F-AD7A5176D63D}" srcOrd="1" destOrd="0" presId="urn:microsoft.com/office/officeart/2005/8/layout/hierarchy1"/>
    <dgm:cxn modelId="{6F21F22B-52F4-4C18-B18B-2A4E781B55C8}" type="presParOf" srcId="{1BD4F75F-7DF7-494A-A56F-AD7A5176D63D}" destId="{8DB2BDD5-41FA-41E9-8EAC-6681ABA50358}" srcOrd="0" destOrd="0" presId="urn:microsoft.com/office/officeart/2005/8/layout/hierarchy1"/>
    <dgm:cxn modelId="{BB7C62CB-FFC9-40A0-BB52-3E39DA3247CE}" type="presParOf" srcId="{8DB2BDD5-41FA-41E9-8EAC-6681ABA50358}" destId="{335E8EA0-1DFF-4238-9DC4-0FB5429A7371}" srcOrd="0" destOrd="0" presId="urn:microsoft.com/office/officeart/2005/8/layout/hierarchy1"/>
    <dgm:cxn modelId="{6FB2921C-79ED-4376-A2E7-F07F479A8EB2}" type="presParOf" srcId="{8DB2BDD5-41FA-41E9-8EAC-6681ABA50358}" destId="{21FA5FC1-6AD1-43CD-9373-F50650A26815}" srcOrd="1" destOrd="0" presId="urn:microsoft.com/office/officeart/2005/8/layout/hierarchy1"/>
    <dgm:cxn modelId="{18F5A93E-F18F-48D0-BBBD-0967D445FDA0}" type="presParOf" srcId="{1BD4F75F-7DF7-494A-A56F-AD7A5176D63D}" destId="{0EE64A55-7A95-47B3-8409-02D3C69864A6}" srcOrd="1" destOrd="0" presId="urn:microsoft.com/office/officeart/2005/8/layout/hierarchy1"/>
    <dgm:cxn modelId="{273B59C3-A8AB-420D-BEB7-3429DE2BC3BB}" type="presParOf" srcId="{020D0AB3-4D30-4618-990D-3DC2D29B9BDC}" destId="{3AD8B4B1-03EB-4E47-8812-90C9F3768295}" srcOrd="2" destOrd="0" presId="urn:microsoft.com/office/officeart/2005/8/layout/hierarchy1"/>
    <dgm:cxn modelId="{01258586-CC81-4242-8E5A-6E0E8C7CFDAE}" type="presParOf" srcId="{020D0AB3-4D30-4618-990D-3DC2D29B9BDC}" destId="{75CA97F5-5443-41F2-99BC-7B9C8BB3C929}" srcOrd="3" destOrd="0" presId="urn:microsoft.com/office/officeart/2005/8/layout/hierarchy1"/>
    <dgm:cxn modelId="{352E7163-A424-4948-A83A-0CB5C06A51A6}" type="presParOf" srcId="{75CA97F5-5443-41F2-99BC-7B9C8BB3C929}" destId="{7312C5F7-137B-4AB6-B6BC-A63895664CD8}" srcOrd="0" destOrd="0" presId="urn:microsoft.com/office/officeart/2005/8/layout/hierarchy1"/>
    <dgm:cxn modelId="{F5A6F9C0-0BA7-47B4-9AB1-DFE8584F5C8C}" type="presParOf" srcId="{7312C5F7-137B-4AB6-B6BC-A63895664CD8}" destId="{06FB3540-9BA1-42A4-B260-06BC724B247A}" srcOrd="0" destOrd="0" presId="urn:microsoft.com/office/officeart/2005/8/layout/hierarchy1"/>
    <dgm:cxn modelId="{75283A88-FB8C-4FF9-AB59-871CA5759377}" type="presParOf" srcId="{7312C5F7-137B-4AB6-B6BC-A63895664CD8}" destId="{B20A80AD-FD8B-4315-A071-D37420AF70E2}" srcOrd="1" destOrd="0" presId="urn:microsoft.com/office/officeart/2005/8/layout/hierarchy1"/>
    <dgm:cxn modelId="{AE9EA674-6EA4-465F-A1EE-187242CE19BA}" type="presParOf" srcId="{75CA97F5-5443-41F2-99BC-7B9C8BB3C929}" destId="{69BDB5FB-A306-4F89-AEBF-A7E927964FF0}" srcOrd="1" destOrd="0" presId="urn:microsoft.com/office/officeart/2005/8/layout/hierarchy1"/>
    <dgm:cxn modelId="{FBE3CD95-D74E-4119-A394-FFD76D6F5A3F}" type="presParOf" srcId="{569BD863-0C30-4793-A32A-3825C9942FBF}" destId="{91519FE6-DF2A-413B-8946-F5EFD7057D78}" srcOrd="2" destOrd="0" presId="urn:microsoft.com/office/officeart/2005/8/layout/hierarchy1"/>
    <dgm:cxn modelId="{A2D7C492-CCA7-4CE6-A752-DC5A8D4C7480}" type="presParOf" srcId="{569BD863-0C30-4793-A32A-3825C9942FBF}" destId="{1EBA0923-B41A-4D71-A048-BBE0EFFEB445}" srcOrd="3" destOrd="0" presId="urn:microsoft.com/office/officeart/2005/8/layout/hierarchy1"/>
    <dgm:cxn modelId="{E62418A8-3A61-4DA6-878B-44D58C01CB70}" type="presParOf" srcId="{1EBA0923-B41A-4D71-A048-BBE0EFFEB445}" destId="{5B31C618-7979-4D28-97FC-26020F999E6E}" srcOrd="0" destOrd="0" presId="urn:microsoft.com/office/officeart/2005/8/layout/hierarchy1"/>
    <dgm:cxn modelId="{D9FEB30E-0B85-46E5-A7A3-948EF988E359}" type="presParOf" srcId="{5B31C618-7979-4D28-97FC-26020F999E6E}" destId="{8D9D126D-F1FA-4B0B-B1BE-04296CFFB01F}" srcOrd="0" destOrd="0" presId="urn:microsoft.com/office/officeart/2005/8/layout/hierarchy1"/>
    <dgm:cxn modelId="{5007D0A9-6EBC-4798-989D-90190A1CABD0}" type="presParOf" srcId="{5B31C618-7979-4D28-97FC-26020F999E6E}" destId="{653552D7-9011-4668-BC29-6CD6BE380443}" srcOrd="1" destOrd="0" presId="urn:microsoft.com/office/officeart/2005/8/layout/hierarchy1"/>
    <dgm:cxn modelId="{974DB010-0CCA-4580-A39C-14F511B15CF7}" type="presParOf" srcId="{1EBA0923-B41A-4D71-A048-BBE0EFFEB445}" destId="{94490786-F6FF-4A79-9920-4F0EDD76CFC7}" srcOrd="1" destOrd="0" presId="urn:microsoft.com/office/officeart/2005/8/layout/hierarchy1"/>
    <dgm:cxn modelId="{5E467EB7-9DB8-4066-8ED4-2F7A31C15604}" type="presParOf" srcId="{94490786-F6FF-4A79-9920-4F0EDD76CFC7}" destId="{A4FE9DFF-2886-4529-A5C6-F440C0E5885E}" srcOrd="0" destOrd="0" presId="urn:microsoft.com/office/officeart/2005/8/layout/hierarchy1"/>
    <dgm:cxn modelId="{4DA57911-5892-415E-A979-37C8AAD38D4D}" type="presParOf" srcId="{94490786-F6FF-4A79-9920-4F0EDD76CFC7}" destId="{C13B32B9-3FFC-4A78-B46B-F71F4E0563ED}" srcOrd="1" destOrd="0" presId="urn:microsoft.com/office/officeart/2005/8/layout/hierarchy1"/>
    <dgm:cxn modelId="{73189638-541E-4389-9C49-1979CAF65D97}" type="presParOf" srcId="{C13B32B9-3FFC-4A78-B46B-F71F4E0563ED}" destId="{4E6D8F37-8D60-45B1-A19D-9DB69192BB01}" srcOrd="0" destOrd="0" presId="urn:microsoft.com/office/officeart/2005/8/layout/hierarchy1"/>
    <dgm:cxn modelId="{EAE05AAF-47C7-4D75-82CE-F4885A9426C0}" type="presParOf" srcId="{4E6D8F37-8D60-45B1-A19D-9DB69192BB01}" destId="{0DCED176-BC85-488D-B966-335CCBE7AE66}" srcOrd="0" destOrd="0" presId="urn:microsoft.com/office/officeart/2005/8/layout/hierarchy1"/>
    <dgm:cxn modelId="{183C6201-C9EF-4451-8C0C-479A9A412769}" type="presParOf" srcId="{4E6D8F37-8D60-45B1-A19D-9DB69192BB01}" destId="{9CB89BBC-1F32-4E07-B52E-EABA41621B54}" srcOrd="1" destOrd="0" presId="urn:microsoft.com/office/officeart/2005/8/layout/hierarchy1"/>
    <dgm:cxn modelId="{282DB333-C542-400A-8A50-43B1FCB634FA}" type="presParOf" srcId="{C13B32B9-3FFC-4A78-B46B-F71F4E0563ED}" destId="{0AD803ED-C072-461A-8533-BAE97A45FA21}" srcOrd="1" destOrd="0" presId="urn:microsoft.com/office/officeart/2005/8/layout/hierarchy1"/>
    <dgm:cxn modelId="{5B27E7DE-B9BD-49ED-AD79-DB155430B90A}" type="presParOf" srcId="{0AD803ED-C072-461A-8533-BAE97A45FA21}" destId="{0F2E8EB3-811C-4D3B-9470-156EBA34E9A5}" srcOrd="0" destOrd="0" presId="urn:microsoft.com/office/officeart/2005/8/layout/hierarchy1"/>
    <dgm:cxn modelId="{86D6B214-F6D6-49DC-B663-068AD618297D}" type="presParOf" srcId="{0AD803ED-C072-461A-8533-BAE97A45FA21}" destId="{FE3817F5-5EA0-4663-A455-94583265E1A0}" srcOrd="1" destOrd="0" presId="urn:microsoft.com/office/officeart/2005/8/layout/hierarchy1"/>
    <dgm:cxn modelId="{9D04AFED-FB03-4039-9A5D-2872DB30CE36}" type="presParOf" srcId="{FE3817F5-5EA0-4663-A455-94583265E1A0}" destId="{2EC85A8A-9E69-461D-9969-F33B7EB6E652}" srcOrd="0" destOrd="0" presId="urn:microsoft.com/office/officeart/2005/8/layout/hierarchy1"/>
    <dgm:cxn modelId="{3C74A0DB-FB97-45DE-9159-272E00A1DF2A}" type="presParOf" srcId="{2EC85A8A-9E69-461D-9969-F33B7EB6E652}" destId="{76166ECB-C2BD-4686-ADEF-BFE2AB2B4A94}" srcOrd="0" destOrd="0" presId="urn:microsoft.com/office/officeart/2005/8/layout/hierarchy1"/>
    <dgm:cxn modelId="{F0B99265-8BAC-413C-9909-640268BA4F0B}" type="presParOf" srcId="{2EC85A8A-9E69-461D-9969-F33B7EB6E652}" destId="{8857DB5F-6408-4891-A54D-724BF3FDAA52}" srcOrd="1" destOrd="0" presId="urn:microsoft.com/office/officeart/2005/8/layout/hierarchy1"/>
    <dgm:cxn modelId="{B17679BC-F533-4FD3-9983-85500F01B919}" type="presParOf" srcId="{FE3817F5-5EA0-4663-A455-94583265E1A0}" destId="{E854C05D-EFF7-4915-8926-966BC38E28D4}" srcOrd="1" destOrd="0" presId="urn:microsoft.com/office/officeart/2005/8/layout/hierarchy1"/>
    <dgm:cxn modelId="{6D52648E-43BE-4F15-81B4-A97B31986529}" type="presParOf" srcId="{E854C05D-EFF7-4915-8926-966BC38E28D4}" destId="{676B677D-5ED6-4652-98BD-6510A363FEBC}" srcOrd="0" destOrd="0" presId="urn:microsoft.com/office/officeart/2005/8/layout/hierarchy1"/>
    <dgm:cxn modelId="{5FEFF20D-4331-452B-A547-DD46388A1319}" type="presParOf" srcId="{E854C05D-EFF7-4915-8926-966BC38E28D4}" destId="{FAC46F22-2738-4FD3-8D23-EF4D850494FC}" srcOrd="1" destOrd="0" presId="urn:microsoft.com/office/officeart/2005/8/layout/hierarchy1"/>
    <dgm:cxn modelId="{0591AAD5-4D8B-457E-A1D7-2EB7E6C2D841}" type="presParOf" srcId="{FAC46F22-2738-4FD3-8D23-EF4D850494FC}" destId="{4B1286B5-2D24-4244-B5B1-E33F03BB53CD}" srcOrd="0" destOrd="0" presId="urn:microsoft.com/office/officeart/2005/8/layout/hierarchy1"/>
    <dgm:cxn modelId="{081BFF97-1160-4C1A-B4B0-8E13AA818346}" type="presParOf" srcId="{4B1286B5-2D24-4244-B5B1-E33F03BB53CD}" destId="{60AA7CF9-E424-420B-AACD-6FC9FFCFF467}" srcOrd="0" destOrd="0" presId="urn:microsoft.com/office/officeart/2005/8/layout/hierarchy1"/>
    <dgm:cxn modelId="{773735D7-FDC1-404D-8932-5077D148CACE}" type="presParOf" srcId="{4B1286B5-2D24-4244-B5B1-E33F03BB53CD}" destId="{0DF03D1D-D821-4281-8822-6E5AB593AEC5}" srcOrd="1" destOrd="0" presId="urn:microsoft.com/office/officeart/2005/8/layout/hierarchy1"/>
    <dgm:cxn modelId="{4E012FBC-3402-4EE2-AA4E-80ED5D5AA9EF}" type="presParOf" srcId="{FAC46F22-2738-4FD3-8D23-EF4D850494FC}" destId="{B697243A-CCD6-4A3B-A1E8-CE13B81E5D3C}" srcOrd="1" destOrd="0" presId="urn:microsoft.com/office/officeart/2005/8/layout/hierarchy1"/>
    <dgm:cxn modelId="{038A31E5-9D1D-4F44-AFA8-0FFC939987B7}" type="presParOf" srcId="{E854C05D-EFF7-4915-8926-966BC38E28D4}" destId="{AC8A6B62-21F2-4C27-A368-26A8980EB4AB}" srcOrd="2" destOrd="0" presId="urn:microsoft.com/office/officeart/2005/8/layout/hierarchy1"/>
    <dgm:cxn modelId="{852D2CAF-ACC3-4688-A46E-59C80A9C195D}" type="presParOf" srcId="{E854C05D-EFF7-4915-8926-966BC38E28D4}" destId="{ABEE7684-C46F-4A21-AEEA-7D055ACD9D3A}" srcOrd="3" destOrd="0" presId="urn:microsoft.com/office/officeart/2005/8/layout/hierarchy1"/>
    <dgm:cxn modelId="{012E1E90-9F5A-449E-93D4-839C31E47108}" type="presParOf" srcId="{ABEE7684-C46F-4A21-AEEA-7D055ACD9D3A}" destId="{78BFC171-3C53-4F3F-99CA-3B8BAD2B7E14}" srcOrd="0" destOrd="0" presId="urn:microsoft.com/office/officeart/2005/8/layout/hierarchy1"/>
    <dgm:cxn modelId="{A151B9A9-EB8F-4B39-90FE-18095F2F0CED}" type="presParOf" srcId="{78BFC171-3C53-4F3F-99CA-3B8BAD2B7E14}" destId="{CE035EE5-3465-4226-92BD-305A4EE4FA4A}" srcOrd="0" destOrd="0" presId="urn:microsoft.com/office/officeart/2005/8/layout/hierarchy1"/>
    <dgm:cxn modelId="{719FC3DF-D1F0-44D5-A6B3-54E3267A9F5E}" type="presParOf" srcId="{78BFC171-3C53-4F3F-99CA-3B8BAD2B7E14}" destId="{4F2C1BBB-C022-43B4-9357-BDA8B9F4C5B2}" srcOrd="1" destOrd="0" presId="urn:microsoft.com/office/officeart/2005/8/layout/hierarchy1"/>
    <dgm:cxn modelId="{50B6525A-284F-4D2A-8E34-104423EEF6C3}" type="presParOf" srcId="{ABEE7684-C46F-4A21-AEEA-7D055ACD9D3A}" destId="{0F93780F-0721-4C43-BCB1-6C239CC5A998}" srcOrd="1" destOrd="0" presId="urn:microsoft.com/office/officeart/2005/8/layout/hierarchy1"/>
    <dgm:cxn modelId="{0DA3F5EC-1CF8-41CD-81FA-1A900E75B976}" type="presParOf" srcId="{0AD803ED-C072-461A-8533-BAE97A45FA21}" destId="{9D2CA38B-A0C4-45E2-B13E-2491BB2F1EB8}" srcOrd="2" destOrd="0" presId="urn:microsoft.com/office/officeart/2005/8/layout/hierarchy1"/>
    <dgm:cxn modelId="{3F67FBEE-8825-4E93-AC7B-17EFB55B69A5}" type="presParOf" srcId="{0AD803ED-C072-461A-8533-BAE97A45FA21}" destId="{C0AEC980-CF14-4B0A-8661-87865CB7977B}" srcOrd="3" destOrd="0" presId="urn:microsoft.com/office/officeart/2005/8/layout/hierarchy1"/>
    <dgm:cxn modelId="{4D99B5C7-19BF-4BDE-971B-230CA30006BC}" type="presParOf" srcId="{C0AEC980-CF14-4B0A-8661-87865CB7977B}" destId="{A6CB24D6-A885-469C-83B7-C38487121366}" srcOrd="0" destOrd="0" presId="urn:microsoft.com/office/officeart/2005/8/layout/hierarchy1"/>
    <dgm:cxn modelId="{2045ED71-33D8-4F42-A9AC-579984E4FC1E}" type="presParOf" srcId="{A6CB24D6-A885-469C-83B7-C38487121366}" destId="{EF361285-53AB-4939-A6F1-6A31F870D23A}" srcOrd="0" destOrd="0" presId="urn:microsoft.com/office/officeart/2005/8/layout/hierarchy1"/>
    <dgm:cxn modelId="{3082F46D-9F9E-4EBF-B086-7A04B5F01806}" type="presParOf" srcId="{A6CB24D6-A885-469C-83B7-C38487121366}" destId="{F8FA1B98-7F71-4696-BC7A-FBE9CBB476AF}" srcOrd="1" destOrd="0" presId="urn:microsoft.com/office/officeart/2005/8/layout/hierarchy1"/>
    <dgm:cxn modelId="{3DECE89E-FF1D-4C46-AE9E-5888BB97562D}" type="presParOf" srcId="{C0AEC980-CF14-4B0A-8661-87865CB7977B}" destId="{31B3DB4B-02A5-4FB6-8997-9E5FDAD6A493}" srcOrd="1" destOrd="0" presId="urn:microsoft.com/office/officeart/2005/8/layout/hierarchy1"/>
    <dgm:cxn modelId="{B681D294-FAAF-4EE8-B61F-7FFFBB5EFE43}" type="presParOf" srcId="{31B3DB4B-02A5-4FB6-8997-9E5FDAD6A493}" destId="{5A89A8FC-758F-447B-B43C-9BE368B3EE94}" srcOrd="0" destOrd="0" presId="urn:microsoft.com/office/officeart/2005/8/layout/hierarchy1"/>
    <dgm:cxn modelId="{B09A7EFB-FEBE-4855-81C5-7DE5D89D1559}" type="presParOf" srcId="{31B3DB4B-02A5-4FB6-8997-9E5FDAD6A493}" destId="{B9A04BF2-241A-4FD5-9133-848A2291D896}" srcOrd="1" destOrd="0" presId="urn:microsoft.com/office/officeart/2005/8/layout/hierarchy1"/>
    <dgm:cxn modelId="{12976DB1-86D9-41FF-B7B2-8BDBB6F322EE}" type="presParOf" srcId="{B9A04BF2-241A-4FD5-9133-848A2291D896}" destId="{9031BFCE-E690-4DAF-ABAE-DB7E978DC2A9}" srcOrd="0" destOrd="0" presId="urn:microsoft.com/office/officeart/2005/8/layout/hierarchy1"/>
    <dgm:cxn modelId="{0B856C9A-D70A-49E8-8A7F-B02645D67547}" type="presParOf" srcId="{9031BFCE-E690-4DAF-ABAE-DB7E978DC2A9}" destId="{53E762EF-3E62-4A54-81A1-E6024188ADDE}" srcOrd="0" destOrd="0" presId="urn:microsoft.com/office/officeart/2005/8/layout/hierarchy1"/>
    <dgm:cxn modelId="{586BB4F0-D711-43B5-BC64-FC0FDD1C1670}" type="presParOf" srcId="{9031BFCE-E690-4DAF-ABAE-DB7E978DC2A9}" destId="{E0B5B1A0-AA89-465B-BCCD-065E0A9CA4E4}" srcOrd="1" destOrd="0" presId="urn:microsoft.com/office/officeart/2005/8/layout/hierarchy1"/>
    <dgm:cxn modelId="{C5165437-F52D-4E57-9822-4CC69427D888}" type="presParOf" srcId="{B9A04BF2-241A-4FD5-9133-848A2291D896}" destId="{0F325337-73E3-4CA0-A3B0-959F6F2E7B68}" srcOrd="1" destOrd="0" presId="urn:microsoft.com/office/officeart/2005/8/layout/hierarchy1"/>
    <dgm:cxn modelId="{9E89047D-C5FA-4991-9AA8-6600F0FC2940}" type="presParOf" srcId="{31B3DB4B-02A5-4FB6-8997-9E5FDAD6A493}" destId="{B2A6D099-1093-46E7-8756-66EC15DA0A50}" srcOrd="2" destOrd="0" presId="urn:microsoft.com/office/officeart/2005/8/layout/hierarchy1"/>
    <dgm:cxn modelId="{6DB8FE80-5198-4EE2-80E1-3FCECF136106}" type="presParOf" srcId="{31B3DB4B-02A5-4FB6-8997-9E5FDAD6A493}" destId="{B71D8BEA-B1C2-48B2-8AC7-9C6D52839D75}" srcOrd="3" destOrd="0" presId="urn:microsoft.com/office/officeart/2005/8/layout/hierarchy1"/>
    <dgm:cxn modelId="{715A4593-B89A-46C3-BE7B-4792C02EF137}" type="presParOf" srcId="{B71D8BEA-B1C2-48B2-8AC7-9C6D52839D75}" destId="{30EAFFC7-7B65-417E-A636-CDAEB24C16A3}" srcOrd="0" destOrd="0" presId="urn:microsoft.com/office/officeart/2005/8/layout/hierarchy1"/>
    <dgm:cxn modelId="{D2351474-BBE3-4ADF-8FEE-E51D116C7781}" type="presParOf" srcId="{30EAFFC7-7B65-417E-A636-CDAEB24C16A3}" destId="{9083CDE3-E0DC-403A-B4BB-127123FBF8A6}" srcOrd="0" destOrd="0" presId="urn:microsoft.com/office/officeart/2005/8/layout/hierarchy1"/>
    <dgm:cxn modelId="{45BD64E4-C122-4812-B419-543C193F7C21}" type="presParOf" srcId="{30EAFFC7-7B65-417E-A636-CDAEB24C16A3}" destId="{2BA1452C-52A7-4550-9AFE-60E8A4580A7F}" srcOrd="1" destOrd="0" presId="urn:microsoft.com/office/officeart/2005/8/layout/hierarchy1"/>
    <dgm:cxn modelId="{FE023E28-9673-433C-A59C-24153B3C9F76}" type="presParOf" srcId="{B71D8BEA-B1C2-48B2-8AC7-9C6D52839D75}" destId="{4F3BAEED-4E51-406C-BF48-78BE36DDAED1}" srcOrd="1" destOrd="0" presId="urn:microsoft.com/office/officeart/2005/8/layout/hierarchy1"/>
    <dgm:cxn modelId="{156B08A3-902E-461C-AEA1-B17B6555E899}" type="presParOf" srcId="{94490786-F6FF-4A79-9920-4F0EDD76CFC7}" destId="{F9FC928B-8D10-4D0D-925C-755A645816D8}" srcOrd="2" destOrd="0" presId="urn:microsoft.com/office/officeart/2005/8/layout/hierarchy1"/>
    <dgm:cxn modelId="{18B304E8-9F86-4DCF-AC93-C301B63D8B8C}" type="presParOf" srcId="{94490786-F6FF-4A79-9920-4F0EDD76CFC7}" destId="{A188C706-EE93-4585-A7E4-74EBFC1D6D81}" srcOrd="3" destOrd="0" presId="urn:microsoft.com/office/officeart/2005/8/layout/hierarchy1"/>
    <dgm:cxn modelId="{22DCD335-3685-4A6C-B623-A315278C3353}" type="presParOf" srcId="{A188C706-EE93-4585-A7E4-74EBFC1D6D81}" destId="{1D0F8191-D203-46C6-A2B8-CA751877193C}" srcOrd="0" destOrd="0" presId="urn:microsoft.com/office/officeart/2005/8/layout/hierarchy1"/>
    <dgm:cxn modelId="{3A7F34E4-B72E-4694-9B1D-DE1877719BB1}" type="presParOf" srcId="{1D0F8191-D203-46C6-A2B8-CA751877193C}" destId="{FAA71861-B2FF-4991-88E4-10812AD89DDC}" srcOrd="0" destOrd="0" presId="urn:microsoft.com/office/officeart/2005/8/layout/hierarchy1"/>
    <dgm:cxn modelId="{24730A02-7C12-4F66-9599-E646B3EA1F94}" type="presParOf" srcId="{1D0F8191-D203-46C6-A2B8-CA751877193C}" destId="{1A2DAF95-C333-4FE5-BECE-917CB8DD68FA}" srcOrd="1" destOrd="0" presId="urn:microsoft.com/office/officeart/2005/8/layout/hierarchy1"/>
    <dgm:cxn modelId="{46149908-92ED-437F-AC03-E9B1E648E0C9}" type="presParOf" srcId="{A188C706-EE93-4585-A7E4-74EBFC1D6D81}" destId="{AAC43F34-8881-4689-9B7E-FA6749EB350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C928B-8D10-4D0D-925C-755A645816D8}">
      <dsp:nvSpPr>
        <dsp:cNvPr id="0" name=""/>
        <dsp:cNvSpPr/>
      </dsp:nvSpPr>
      <dsp:spPr>
        <a:xfrm>
          <a:off x="5036257" y="1739807"/>
          <a:ext cx="680976" cy="324082"/>
        </a:xfrm>
        <a:custGeom>
          <a:avLst/>
          <a:gdLst/>
          <a:ahLst/>
          <a:cxnLst/>
          <a:rect l="0" t="0" r="0" b="0"/>
          <a:pathLst>
            <a:path>
              <a:moveTo>
                <a:pt x="0" y="0"/>
              </a:moveTo>
              <a:lnTo>
                <a:pt x="0" y="220852"/>
              </a:lnTo>
              <a:lnTo>
                <a:pt x="680976" y="220852"/>
              </a:lnTo>
              <a:lnTo>
                <a:pt x="680976"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A6D099-1093-46E7-8756-66EC15DA0A50}">
      <dsp:nvSpPr>
        <dsp:cNvPr id="0" name=""/>
        <dsp:cNvSpPr/>
      </dsp:nvSpPr>
      <dsp:spPr>
        <a:xfrm>
          <a:off x="5717233" y="3803165"/>
          <a:ext cx="680976" cy="324082"/>
        </a:xfrm>
        <a:custGeom>
          <a:avLst/>
          <a:gdLst/>
          <a:ahLst/>
          <a:cxnLst/>
          <a:rect l="0" t="0" r="0" b="0"/>
          <a:pathLst>
            <a:path>
              <a:moveTo>
                <a:pt x="0" y="0"/>
              </a:moveTo>
              <a:lnTo>
                <a:pt x="0" y="220852"/>
              </a:lnTo>
              <a:lnTo>
                <a:pt x="680976" y="220852"/>
              </a:lnTo>
              <a:lnTo>
                <a:pt x="680976"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89A8FC-758F-447B-B43C-9BE368B3EE94}">
      <dsp:nvSpPr>
        <dsp:cNvPr id="0" name=""/>
        <dsp:cNvSpPr/>
      </dsp:nvSpPr>
      <dsp:spPr>
        <a:xfrm>
          <a:off x="5036257" y="3803165"/>
          <a:ext cx="680976" cy="324082"/>
        </a:xfrm>
        <a:custGeom>
          <a:avLst/>
          <a:gdLst/>
          <a:ahLst/>
          <a:cxnLst/>
          <a:rect l="0" t="0" r="0" b="0"/>
          <a:pathLst>
            <a:path>
              <a:moveTo>
                <a:pt x="680976" y="0"/>
              </a:moveTo>
              <a:lnTo>
                <a:pt x="680976" y="220852"/>
              </a:lnTo>
              <a:lnTo>
                <a:pt x="0" y="220852"/>
              </a:lnTo>
              <a:lnTo>
                <a:pt x="0"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2CA38B-A0C4-45E2-B13E-2491BB2F1EB8}">
      <dsp:nvSpPr>
        <dsp:cNvPr id="0" name=""/>
        <dsp:cNvSpPr/>
      </dsp:nvSpPr>
      <dsp:spPr>
        <a:xfrm>
          <a:off x="4355281" y="2771486"/>
          <a:ext cx="1361952" cy="324082"/>
        </a:xfrm>
        <a:custGeom>
          <a:avLst/>
          <a:gdLst/>
          <a:ahLst/>
          <a:cxnLst/>
          <a:rect l="0" t="0" r="0" b="0"/>
          <a:pathLst>
            <a:path>
              <a:moveTo>
                <a:pt x="0" y="0"/>
              </a:moveTo>
              <a:lnTo>
                <a:pt x="0" y="220852"/>
              </a:lnTo>
              <a:lnTo>
                <a:pt x="1361952" y="220852"/>
              </a:lnTo>
              <a:lnTo>
                <a:pt x="1361952"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8A6B62-21F2-4C27-A368-26A8980EB4AB}">
      <dsp:nvSpPr>
        <dsp:cNvPr id="0" name=""/>
        <dsp:cNvSpPr/>
      </dsp:nvSpPr>
      <dsp:spPr>
        <a:xfrm>
          <a:off x="2993328" y="3803165"/>
          <a:ext cx="680976" cy="324082"/>
        </a:xfrm>
        <a:custGeom>
          <a:avLst/>
          <a:gdLst/>
          <a:ahLst/>
          <a:cxnLst/>
          <a:rect l="0" t="0" r="0" b="0"/>
          <a:pathLst>
            <a:path>
              <a:moveTo>
                <a:pt x="0" y="0"/>
              </a:moveTo>
              <a:lnTo>
                <a:pt x="0" y="220852"/>
              </a:lnTo>
              <a:lnTo>
                <a:pt x="680976" y="220852"/>
              </a:lnTo>
              <a:lnTo>
                <a:pt x="680976"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6B677D-5ED6-4652-98BD-6510A363FEBC}">
      <dsp:nvSpPr>
        <dsp:cNvPr id="0" name=""/>
        <dsp:cNvSpPr/>
      </dsp:nvSpPr>
      <dsp:spPr>
        <a:xfrm>
          <a:off x="2312352" y="3803165"/>
          <a:ext cx="680976" cy="324082"/>
        </a:xfrm>
        <a:custGeom>
          <a:avLst/>
          <a:gdLst/>
          <a:ahLst/>
          <a:cxnLst/>
          <a:rect l="0" t="0" r="0" b="0"/>
          <a:pathLst>
            <a:path>
              <a:moveTo>
                <a:pt x="680976" y="0"/>
              </a:moveTo>
              <a:lnTo>
                <a:pt x="680976" y="220852"/>
              </a:lnTo>
              <a:lnTo>
                <a:pt x="0" y="220852"/>
              </a:lnTo>
              <a:lnTo>
                <a:pt x="0"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2E8EB3-811C-4D3B-9470-156EBA34E9A5}">
      <dsp:nvSpPr>
        <dsp:cNvPr id="0" name=""/>
        <dsp:cNvSpPr/>
      </dsp:nvSpPr>
      <dsp:spPr>
        <a:xfrm>
          <a:off x="2993328" y="2771486"/>
          <a:ext cx="1361952" cy="324082"/>
        </a:xfrm>
        <a:custGeom>
          <a:avLst/>
          <a:gdLst/>
          <a:ahLst/>
          <a:cxnLst/>
          <a:rect l="0" t="0" r="0" b="0"/>
          <a:pathLst>
            <a:path>
              <a:moveTo>
                <a:pt x="1361952" y="0"/>
              </a:moveTo>
              <a:lnTo>
                <a:pt x="1361952" y="220852"/>
              </a:lnTo>
              <a:lnTo>
                <a:pt x="0" y="220852"/>
              </a:lnTo>
              <a:lnTo>
                <a:pt x="0"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E9DFF-2886-4529-A5C6-F440C0E5885E}">
      <dsp:nvSpPr>
        <dsp:cNvPr id="0" name=""/>
        <dsp:cNvSpPr/>
      </dsp:nvSpPr>
      <dsp:spPr>
        <a:xfrm>
          <a:off x="4355281" y="1739807"/>
          <a:ext cx="680976" cy="324082"/>
        </a:xfrm>
        <a:custGeom>
          <a:avLst/>
          <a:gdLst/>
          <a:ahLst/>
          <a:cxnLst/>
          <a:rect l="0" t="0" r="0" b="0"/>
          <a:pathLst>
            <a:path>
              <a:moveTo>
                <a:pt x="680976" y="0"/>
              </a:moveTo>
              <a:lnTo>
                <a:pt x="680976" y="220852"/>
              </a:lnTo>
              <a:lnTo>
                <a:pt x="0" y="220852"/>
              </a:lnTo>
              <a:lnTo>
                <a:pt x="0"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519FE6-DF2A-413B-8946-F5EFD7057D78}">
      <dsp:nvSpPr>
        <dsp:cNvPr id="0" name=""/>
        <dsp:cNvSpPr/>
      </dsp:nvSpPr>
      <dsp:spPr>
        <a:xfrm>
          <a:off x="3674305" y="708128"/>
          <a:ext cx="1361952" cy="324082"/>
        </a:xfrm>
        <a:custGeom>
          <a:avLst/>
          <a:gdLst/>
          <a:ahLst/>
          <a:cxnLst/>
          <a:rect l="0" t="0" r="0" b="0"/>
          <a:pathLst>
            <a:path>
              <a:moveTo>
                <a:pt x="0" y="0"/>
              </a:moveTo>
              <a:lnTo>
                <a:pt x="0" y="220852"/>
              </a:lnTo>
              <a:lnTo>
                <a:pt x="1361952" y="220852"/>
              </a:lnTo>
              <a:lnTo>
                <a:pt x="1361952" y="324082"/>
              </a:lnTo>
            </a:path>
          </a:pathLst>
        </a:custGeom>
        <a:noFill/>
        <a:ln w="2642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D8B4B1-03EB-4E47-8812-90C9F3768295}">
      <dsp:nvSpPr>
        <dsp:cNvPr id="0" name=""/>
        <dsp:cNvSpPr/>
      </dsp:nvSpPr>
      <dsp:spPr>
        <a:xfrm>
          <a:off x="2312352" y="1739807"/>
          <a:ext cx="680976" cy="324082"/>
        </a:xfrm>
        <a:custGeom>
          <a:avLst/>
          <a:gdLst/>
          <a:ahLst/>
          <a:cxnLst/>
          <a:rect l="0" t="0" r="0" b="0"/>
          <a:pathLst>
            <a:path>
              <a:moveTo>
                <a:pt x="0" y="0"/>
              </a:moveTo>
              <a:lnTo>
                <a:pt x="0" y="220852"/>
              </a:lnTo>
              <a:lnTo>
                <a:pt x="680976" y="220852"/>
              </a:lnTo>
              <a:lnTo>
                <a:pt x="680976"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B4F584-BE8C-4271-AFF0-C319D838E18B}">
      <dsp:nvSpPr>
        <dsp:cNvPr id="0" name=""/>
        <dsp:cNvSpPr/>
      </dsp:nvSpPr>
      <dsp:spPr>
        <a:xfrm>
          <a:off x="1631376" y="1739807"/>
          <a:ext cx="680976" cy="324082"/>
        </a:xfrm>
        <a:custGeom>
          <a:avLst/>
          <a:gdLst/>
          <a:ahLst/>
          <a:cxnLst/>
          <a:rect l="0" t="0" r="0" b="0"/>
          <a:pathLst>
            <a:path>
              <a:moveTo>
                <a:pt x="680976" y="0"/>
              </a:moveTo>
              <a:lnTo>
                <a:pt x="680976" y="220852"/>
              </a:lnTo>
              <a:lnTo>
                <a:pt x="0" y="220852"/>
              </a:lnTo>
              <a:lnTo>
                <a:pt x="0" y="324082"/>
              </a:lnTo>
            </a:path>
          </a:pathLst>
        </a:custGeom>
        <a:noFill/>
        <a:ln w="264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3D6991-DB58-4C70-98E9-042505034308}">
      <dsp:nvSpPr>
        <dsp:cNvPr id="0" name=""/>
        <dsp:cNvSpPr/>
      </dsp:nvSpPr>
      <dsp:spPr>
        <a:xfrm>
          <a:off x="2312352" y="708128"/>
          <a:ext cx="1361952" cy="324082"/>
        </a:xfrm>
        <a:custGeom>
          <a:avLst/>
          <a:gdLst/>
          <a:ahLst/>
          <a:cxnLst/>
          <a:rect l="0" t="0" r="0" b="0"/>
          <a:pathLst>
            <a:path>
              <a:moveTo>
                <a:pt x="1361952" y="0"/>
              </a:moveTo>
              <a:lnTo>
                <a:pt x="1361952" y="220852"/>
              </a:lnTo>
              <a:lnTo>
                <a:pt x="0" y="220852"/>
              </a:lnTo>
              <a:lnTo>
                <a:pt x="0" y="324082"/>
              </a:lnTo>
            </a:path>
          </a:pathLst>
        </a:custGeom>
        <a:noFill/>
        <a:ln w="2642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B3B84C-DC2A-4C93-BD38-351347F98061}">
      <dsp:nvSpPr>
        <dsp:cNvPr id="0" name=""/>
        <dsp:cNvSpPr/>
      </dsp:nvSpPr>
      <dsp:spPr>
        <a:xfrm>
          <a:off x="3117142" y="532"/>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D3A9FF-B1D9-4D1C-977E-FDFE3D6B2624}">
      <dsp:nvSpPr>
        <dsp:cNvPr id="0" name=""/>
        <dsp:cNvSpPr/>
      </dsp:nvSpPr>
      <dsp:spPr>
        <a:xfrm>
          <a:off x="3240956" y="118155"/>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Parsers</a:t>
          </a:r>
        </a:p>
      </dsp:txBody>
      <dsp:txXfrm>
        <a:off x="3261681" y="138880"/>
        <a:ext cx="1072874" cy="666146"/>
      </dsp:txXfrm>
    </dsp:sp>
    <dsp:sp modelId="{1668D5F1-001F-4FFB-AEC8-38EE4ECAEB9C}">
      <dsp:nvSpPr>
        <dsp:cNvPr id="0" name=""/>
        <dsp:cNvSpPr/>
      </dsp:nvSpPr>
      <dsp:spPr>
        <a:xfrm>
          <a:off x="1755190" y="1032211"/>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822955-090E-4FE8-8CC0-8A68B4E2BD7A}">
      <dsp:nvSpPr>
        <dsp:cNvPr id="0" name=""/>
        <dsp:cNvSpPr/>
      </dsp:nvSpPr>
      <dsp:spPr>
        <a:xfrm>
          <a:off x="1879004" y="1149834"/>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Top down</a:t>
          </a:r>
        </a:p>
      </dsp:txBody>
      <dsp:txXfrm>
        <a:off x="1899729" y="1170559"/>
        <a:ext cx="1072874" cy="666146"/>
      </dsp:txXfrm>
    </dsp:sp>
    <dsp:sp modelId="{335E8EA0-1DFF-4238-9DC4-0FB5429A7371}">
      <dsp:nvSpPr>
        <dsp:cNvPr id="0" name=""/>
        <dsp:cNvSpPr/>
      </dsp:nvSpPr>
      <dsp:spPr>
        <a:xfrm>
          <a:off x="1074214" y="2063890"/>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FA5FC1-6AD1-43CD-9373-F50650A26815}">
      <dsp:nvSpPr>
        <dsp:cNvPr id="0" name=""/>
        <dsp:cNvSpPr/>
      </dsp:nvSpPr>
      <dsp:spPr>
        <a:xfrm>
          <a:off x="1198028" y="2181513"/>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Recursive descent </a:t>
          </a:r>
        </a:p>
      </dsp:txBody>
      <dsp:txXfrm>
        <a:off x="1218753" y="2202238"/>
        <a:ext cx="1072874" cy="666146"/>
      </dsp:txXfrm>
    </dsp:sp>
    <dsp:sp modelId="{06FB3540-9BA1-42A4-B260-06BC724B247A}">
      <dsp:nvSpPr>
        <dsp:cNvPr id="0" name=""/>
        <dsp:cNvSpPr/>
      </dsp:nvSpPr>
      <dsp:spPr>
        <a:xfrm>
          <a:off x="2436166" y="2063890"/>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0A80AD-FD8B-4315-A071-D37420AF70E2}">
      <dsp:nvSpPr>
        <dsp:cNvPr id="0" name=""/>
        <dsp:cNvSpPr/>
      </dsp:nvSpPr>
      <dsp:spPr>
        <a:xfrm>
          <a:off x="2559980" y="2181513"/>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Non-Recursive predictive, LL(1)</a:t>
          </a:r>
        </a:p>
      </dsp:txBody>
      <dsp:txXfrm>
        <a:off x="2580705" y="2202238"/>
        <a:ext cx="1072874" cy="666146"/>
      </dsp:txXfrm>
    </dsp:sp>
    <dsp:sp modelId="{8D9D126D-F1FA-4B0B-B1BE-04296CFFB01F}">
      <dsp:nvSpPr>
        <dsp:cNvPr id="0" name=""/>
        <dsp:cNvSpPr/>
      </dsp:nvSpPr>
      <dsp:spPr>
        <a:xfrm>
          <a:off x="4479094" y="1032211"/>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3552D7-9011-4668-BC29-6CD6BE380443}">
      <dsp:nvSpPr>
        <dsp:cNvPr id="0" name=""/>
        <dsp:cNvSpPr/>
      </dsp:nvSpPr>
      <dsp:spPr>
        <a:xfrm>
          <a:off x="4602908" y="1149834"/>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Bottom up</a:t>
          </a:r>
        </a:p>
      </dsp:txBody>
      <dsp:txXfrm>
        <a:off x="4623633" y="1170559"/>
        <a:ext cx="1072874" cy="666146"/>
      </dsp:txXfrm>
    </dsp:sp>
    <dsp:sp modelId="{0DCED176-BC85-488D-B966-335CCBE7AE66}">
      <dsp:nvSpPr>
        <dsp:cNvPr id="0" name=""/>
        <dsp:cNvSpPr/>
      </dsp:nvSpPr>
      <dsp:spPr>
        <a:xfrm>
          <a:off x="3798118" y="2063890"/>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B89BBC-1F32-4E07-B52E-EABA41621B54}">
      <dsp:nvSpPr>
        <dsp:cNvPr id="0" name=""/>
        <dsp:cNvSpPr/>
      </dsp:nvSpPr>
      <dsp:spPr>
        <a:xfrm>
          <a:off x="3921932" y="2181513"/>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LR(K)</a:t>
          </a:r>
        </a:p>
      </dsp:txBody>
      <dsp:txXfrm>
        <a:off x="3942657" y="2202238"/>
        <a:ext cx="1072874" cy="666146"/>
      </dsp:txXfrm>
    </dsp:sp>
    <dsp:sp modelId="{76166ECB-C2BD-4686-ADEF-BFE2AB2B4A94}">
      <dsp:nvSpPr>
        <dsp:cNvPr id="0" name=""/>
        <dsp:cNvSpPr/>
      </dsp:nvSpPr>
      <dsp:spPr>
        <a:xfrm>
          <a:off x="2436166" y="3095569"/>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57DB5F-6408-4891-A54D-724BF3FDAA52}">
      <dsp:nvSpPr>
        <dsp:cNvPr id="0" name=""/>
        <dsp:cNvSpPr/>
      </dsp:nvSpPr>
      <dsp:spPr>
        <a:xfrm>
          <a:off x="2559980" y="3213192"/>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LR(0)</a:t>
          </a:r>
        </a:p>
      </dsp:txBody>
      <dsp:txXfrm>
        <a:off x="2580705" y="3233917"/>
        <a:ext cx="1072874" cy="666146"/>
      </dsp:txXfrm>
    </dsp:sp>
    <dsp:sp modelId="{60AA7CF9-E424-420B-AACD-6FC9FFCFF467}">
      <dsp:nvSpPr>
        <dsp:cNvPr id="0" name=""/>
        <dsp:cNvSpPr/>
      </dsp:nvSpPr>
      <dsp:spPr>
        <a:xfrm>
          <a:off x="1755190" y="4127247"/>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F03D1D-D821-4281-8822-6E5AB593AEC5}">
      <dsp:nvSpPr>
        <dsp:cNvPr id="0" name=""/>
        <dsp:cNvSpPr/>
      </dsp:nvSpPr>
      <dsp:spPr>
        <a:xfrm>
          <a:off x="1879004" y="4244871"/>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LR(0)</a:t>
          </a:r>
        </a:p>
      </dsp:txBody>
      <dsp:txXfrm>
        <a:off x="1899729" y="4265596"/>
        <a:ext cx="1072874" cy="666146"/>
      </dsp:txXfrm>
    </dsp:sp>
    <dsp:sp modelId="{CE035EE5-3465-4226-92BD-305A4EE4FA4A}">
      <dsp:nvSpPr>
        <dsp:cNvPr id="0" name=""/>
        <dsp:cNvSpPr/>
      </dsp:nvSpPr>
      <dsp:spPr>
        <a:xfrm>
          <a:off x="3117142" y="4127247"/>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2C1BBB-C022-43B4-9357-BDA8B9F4C5B2}">
      <dsp:nvSpPr>
        <dsp:cNvPr id="0" name=""/>
        <dsp:cNvSpPr/>
      </dsp:nvSpPr>
      <dsp:spPr>
        <a:xfrm>
          <a:off x="3240956" y="4244871"/>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SLR</a:t>
          </a:r>
        </a:p>
      </dsp:txBody>
      <dsp:txXfrm>
        <a:off x="3261681" y="4265596"/>
        <a:ext cx="1072874" cy="666146"/>
      </dsp:txXfrm>
    </dsp:sp>
    <dsp:sp modelId="{EF361285-53AB-4939-A6F1-6A31F870D23A}">
      <dsp:nvSpPr>
        <dsp:cNvPr id="0" name=""/>
        <dsp:cNvSpPr/>
      </dsp:nvSpPr>
      <dsp:spPr>
        <a:xfrm>
          <a:off x="5160071" y="3095569"/>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FA1B98-7F71-4696-BC7A-FBE9CBB476AF}">
      <dsp:nvSpPr>
        <dsp:cNvPr id="0" name=""/>
        <dsp:cNvSpPr/>
      </dsp:nvSpPr>
      <dsp:spPr>
        <a:xfrm>
          <a:off x="5283884" y="3213192"/>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LR(1)</a:t>
          </a:r>
        </a:p>
      </dsp:txBody>
      <dsp:txXfrm>
        <a:off x="5304609" y="3233917"/>
        <a:ext cx="1072874" cy="666146"/>
      </dsp:txXfrm>
    </dsp:sp>
    <dsp:sp modelId="{53E762EF-3E62-4A54-81A1-E6024188ADDE}">
      <dsp:nvSpPr>
        <dsp:cNvPr id="0" name=""/>
        <dsp:cNvSpPr/>
      </dsp:nvSpPr>
      <dsp:spPr>
        <a:xfrm>
          <a:off x="4479094" y="4127247"/>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B5B1A0-AA89-465B-BCCD-065E0A9CA4E4}">
      <dsp:nvSpPr>
        <dsp:cNvPr id="0" name=""/>
        <dsp:cNvSpPr/>
      </dsp:nvSpPr>
      <dsp:spPr>
        <a:xfrm>
          <a:off x="4602908" y="4244871"/>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LALR</a:t>
          </a:r>
        </a:p>
      </dsp:txBody>
      <dsp:txXfrm>
        <a:off x="4623633" y="4265596"/>
        <a:ext cx="1072874" cy="666146"/>
      </dsp:txXfrm>
    </dsp:sp>
    <dsp:sp modelId="{9083CDE3-E0DC-403A-B4BB-127123FBF8A6}">
      <dsp:nvSpPr>
        <dsp:cNvPr id="0" name=""/>
        <dsp:cNvSpPr/>
      </dsp:nvSpPr>
      <dsp:spPr>
        <a:xfrm>
          <a:off x="5841047" y="4127247"/>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A1452C-52A7-4550-9AFE-60E8A4580A7F}">
      <dsp:nvSpPr>
        <dsp:cNvPr id="0" name=""/>
        <dsp:cNvSpPr/>
      </dsp:nvSpPr>
      <dsp:spPr>
        <a:xfrm>
          <a:off x="5964861" y="4244871"/>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CLR</a:t>
          </a:r>
        </a:p>
      </dsp:txBody>
      <dsp:txXfrm>
        <a:off x="5985586" y="4265596"/>
        <a:ext cx="1072874" cy="666146"/>
      </dsp:txXfrm>
    </dsp:sp>
    <dsp:sp modelId="{FAA71861-B2FF-4991-88E4-10812AD89DDC}">
      <dsp:nvSpPr>
        <dsp:cNvPr id="0" name=""/>
        <dsp:cNvSpPr/>
      </dsp:nvSpPr>
      <dsp:spPr>
        <a:xfrm>
          <a:off x="5160071" y="2063890"/>
          <a:ext cx="1114324" cy="707596"/>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2DAF95-C333-4FE5-BECE-917CB8DD68FA}">
      <dsp:nvSpPr>
        <dsp:cNvPr id="0" name=""/>
        <dsp:cNvSpPr/>
      </dsp:nvSpPr>
      <dsp:spPr>
        <a:xfrm>
          <a:off x="5283884" y="2181513"/>
          <a:ext cx="1114324" cy="707596"/>
        </a:xfrm>
        <a:prstGeom prst="roundRect">
          <a:avLst>
            <a:gd name="adj" fmla="val 10000"/>
          </a:avLst>
        </a:prstGeom>
        <a:solidFill>
          <a:schemeClr val="lt1">
            <a:alpha val="90000"/>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Operator precedence</a:t>
          </a:r>
        </a:p>
      </dsp:txBody>
      <dsp:txXfrm>
        <a:off x="5304609" y="2202238"/>
        <a:ext cx="1072874" cy="66614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6840E6-63E0-4CEC-BC76-FED26B1D4146}" type="datetimeFigureOut">
              <a:rPr lang="en-GB" smtClean="0"/>
              <a:t>10/01/2025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946D9B-6D56-4AB2-9315-1D77B191C6B6}" type="slidenum">
              <a:rPr lang="en-GB" smtClean="0"/>
              <a:t>‹#›</a:t>
            </a:fld>
            <a:endParaRPr lang="en-GB"/>
          </a:p>
        </p:txBody>
      </p:sp>
    </p:spTree>
    <p:extLst>
      <p:ext uri="{BB962C8B-B14F-4D97-AF65-F5344CB8AC3E}">
        <p14:creationId xmlns:p14="http://schemas.microsoft.com/office/powerpoint/2010/main" val="2756822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76EC86-51C7-463A-B008-6115FA55730B}" type="datetimeFigureOut">
              <a:rPr lang="en-GB" smtClean="0"/>
              <a:t>10/01/2025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EC86-51C7-463A-B008-6115FA55730B}" type="datetimeFigureOut">
              <a:rPr lang="en-GB" smtClean="0"/>
              <a:t>10/01/2025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76EC86-51C7-463A-B008-6115FA55730B}" type="datetimeFigureOut">
              <a:rPr lang="en-GB" smtClean="0"/>
              <a:t>10/01/2025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76EC86-51C7-463A-B008-6115FA55730B}" type="datetimeFigureOut">
              <a:rPr lang="en-GB" smtClean="0"/>
              <a:t>10/01/2025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76EC86-51C7-463A-B008-6115FA55730B}" type="datetimeFigureOut">
              <a:rPr lang="en-GB" smtClean="0"/>
              <a:t>10/01/2025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1D14BF4-1C11-440E-8ADF-9306F6C6CB95}" type="slidenum">
              <a:rPr lang="en-GB" smtClean="0"/>
              <a:t>‹#›</a:t>
            </a:fld>
            <a:endParaRPr lang="en-GB"/>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76EC86-51C7-463A-B008-6115FA55730B}" type="datetimeFigureOut">
              <a:rPr lang="en-GB" smtClean="0"/>
              <a:t>10/01/2025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76EC86-51C7-463A-B008-6115FA55730B}" type="datetimeFigureOut">
              <a:rPr lang="en-GB" smtClean="0"/>
              <a:t>10/01/2025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76EC86-51C7-463A-B008-6115FA55730B}" type="datetimeFigureOut">
              <a:rPr lang="en-GB" smtClean="0"/>
              <a:t>10/01/2025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D14BF4-1C11-440E-8ADF-9306F6C6CB95}" type="slidenum">
              <a:rPr lang="en-GB" smtClean="0"/>
              <a:t>‹#›</a:t>
            </a:fld>
            <a:endParaRPr lang="en-GB"/>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76EC86-51C7-463A-B008-6115FA55730B}" type="datetimeFigureOut">
              <a:rPr lang="en-GB" smtClean="0"/>
              <a:t>10/01/2025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EC86-51C7-463A-B008-6115FA55730B}" type="datetimeFigureOut">
              <a:rPr lang="en-GB" smtClean="0"/>
              <a:t>10/01/2025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76EC86-51C7-463A-B008-6115FA55730B}" type="datetimeFigureOut">
              <a:rPr lang="en-GB" smtClean="0"/>
              <a:t>10/01/2025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5B76EC86-51C7-463A-B008-6115FA55730B}" type="datetimeFigureOut">
              <a:rPr lang="en-GB" smtClean="0"/>
              <a:t>10/01/2025</a:t>
            </a:fld>
            <a:endParaRPr lang="en-GB"/>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GB"/>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D1D14BF4-1C11-440E-8ADF-9306F6C6CB95}"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85247"/>
            <a:ext cx="7848600" cy="1927225"/>
          </a:xfrm>
        </p:spPr>
        <p:txBody>
          <a:bodyPr/>
          <a:lstStyle/>
          <a:p>
            <a:r>
              <a:rPr lang="en-GB" sz="4400" dirty="0"/>
              <a:t>Compiler construction</a:t>
            </a:r>
          </a:p>
        </p:txBody>
      </p:sp>
      <p:sp>
        <p:nvSpPr>
          <p:cNvPr id="3" name="Subtitle 2"/>
          <p:cNvSpPr>
            <a:spLocks noGrp="1"/>
          </p:cNvSpPr>
          <p:nvPr>
            <p:ph type="subTitle" idx="1"/>
          </p:nvPr>
        </p:nvSpPr>
        <p:spPr/>
        <p:txBody>
          <a:bodyPr/>
          <a:lstStyle/>
          <a:p>
            <a:r>
              <a:rPr lang="en-GB" dirty="0"/>
              <a:t>Cs-310</a:t>
            </a:r>
            <a:endParaRPr lang="en-US" dirty="0"/>
          </a:p>
          <a:p>
            <a:r>
              <a:rPr lang="en-US" dirty="0"/>
              <a:t>Dr. Anam Akbar</a:t>
            </a:r>
            <a:endParaRPr lang="en-GB" dirty="0"/>
          </a:p>
        </p:txBody>
      </p:sp>
      <p:pic>
        <p:nvPicPr>
          <p:cNvPr id="4" name="Picture 3">
            <a:extLst>
              <a:ext uri="{FF2B5EF4-FFF2-40B4-BE49-F238E27FC236}">
                <a16:creationId xmlns:a16="http://schemas.microsoft.com/office/drawing/2014/main" id="{E7B2B36E-8BDA-4B95-AFC9-7BEEDE66F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5369" y="377634"/>
            <a:ext cx="1289461" cy="1289461"/>
          </a:xfrm>
          <a:prstGeom prst="rect">
            <a:avLst/>
          </a:prstGeom>
        </p:spPr>
      </p:pic>
      <p:sp>
        <p:nvSpPr>
          <p:cNvPr id="5" name="TextBox 4">
            <a:extLst>
              <a:ext uri="{FF2B5EF4-FFF2-40B4-BE49-F238E27FC236}">
                <a16:creationId xmlns:a16="http://schemas.microsoft.com/office/drawing/2014/main" id="{99D8964A-8303-45DF-99A6-7A9E5BD07E42}"/>
              </a:ext>
            </a:extLst>
          </p:cNvPr>
          <p:cNvSpPr txBox="1"/>
          <p:nvPr/>
        </p:nvSpPr>
        <p:spPr>
          <a:xfrm>
            <a:off x="1439441" y="0"/>
            <a:ext cx="7397339" cy="400110"/>
          </a:xfrm>
          <a:prstGeom prst="rect">
            <a:avLst/>
          </a:prstGeom>
          <a:noFill/>
        </p:spPr>
        <p:txBody>
          <a:bodyPr wrap="square" rtlCol="0">
            <a:spAutoFit/>
          </a:bodyPr>
          <a:lstStyle/>
          <a:p>
            <a:r>
              <a:rPr lang="en-US" sz="2000" dirty="0"/>
              <a:t>Sir Syed University of Engineering &amp; Technology, Karachi</a:t>
            </a:r>
            <a:endParaRPr lang="en-US" sz="1485" dirty="0"/>
          </a:p>
        </p:txBody>
      </p:sp>
      <p:sp>
        <p:nvSpPr>
          <p:cNvPr id="6" name="TextBox 5">
            <a:extLst>
              <a:ext uri="{FF2B5EF4-FFF2-40B4-BE49-F238E27FC236}">
                <a16:creationId xmlns:a16="http://schemas.microsoft.com/office/drawing/2014/main" id="{B10EEC16-E972-4610-A1BD-5ADD6C19E1D8}"/>
              </a:ext>
            </a:extLst>
          </p:cNvPr>
          <p:cNvSpPr txBox="1"/>
          <p:nvPr/>
        </p:nvSpPr>
        <p:spPr>
          <a:xfrm>
            <a:off x="2209800" y="1667095"/>
            <a:ext cx="5122743" cy="369332"/>
          </a:xfrm>
          <a:prstGeom prst="rect">
            <a:avLst/>
          </a:prstGeom>
          <a:noFill/>
        </p:spPr>
        <p:txBody>
          <a:bodyPr wrap="square" rtlCol="0">
            <a:spAutoFit/>
          </a:bodyPr>
          <a:lstStyle/>
          <a:p>
            <a:pPr algn="ctr"/>
            <a:r>
              <a:rPr lang="en-US" dirty="0"/>
              <a:t>Department of Computer Science</a:t>
            </a:r>
            <a:r>
              <a:rPr lang="en-US" sz="1485" dirty="0"/>
              <a:t> </a:t>
            </a:r>
          </a:p>
        </p:txBody>
      </p:sp>
    </p:spTree>
    <p:extLst>
      <p:ext uri="{BB962C8B-B14F-4D97-AF65-F5344CB8AC3E}">
        <p14:creationId xmlns:p14="http://schemas.microsoft.com/office/powerpoint/2010/main" val="3500364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990600"/>
          </a:xfrm>
        </p:spPr>
        <p:txBody>
          <a:bodyPr/>
          <a:lstStyle/>
          <a:p>
            <a:r>
              <a:rPr lang="en-GB" dirty="0"/>
              <a:t>Parsers</a:t>
            </a:r>
            <a:endParaRPr lang="en-US" dirty="0"/>
          </a:p>
        </p:txBody>
      </p:sp>
      <p:graphicFrame>
        <p:nvGraphicFramePr>
          <p:cNvPr id="4" name="Diagram 3"/>
          <p:cNvGraphicFramePr/>
          <p:nvPr>
            <p:extLst>
              <p:ext uri="{D42A27DB-BD31-4B8C-83A1-F6EECF244321}">
                <p14:modId xmlns:p14="http://schemas.microsoft.com/office/powerpoint/2010/main" val="3773555331"/>
              </p:ext>
            </p:extLst>
          </p:nvPr>
        </p:nvGraphicFramePr>
        <p:xfrm>
          <a:off x="685800" y="1066800"/>
          <a:ext cx="8153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2400300" y="4063967"/>
            <a:ext cx="5829300" cy="104143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33900" y="4471347"/>
            <a:ext cx="1600200" cy="369332"/>
          </a:xfrm>
          <a:prstGeom prst="rect">
            <a:avLst/>
          </a:prstGeom>
          <a:noFill/>
        </p:spPr>
        <p:txBody>
          <a:bodyPr wrap="square" rtlCol="0">
            <a:spAutoFit/>
          </a:bodyPr>
          <a:lstStyle/>
          <a:p>
            <a:r>
              <a:rPr lang="en-US" dirty="0">
                <a:solidFill>
                  <a:srgbClr val="00B0F0"/>
                </a:solidFill>
              </a:rPr>
              <a:t>Canonical</a:t>
            </a:r>
            <a:endParaRPr lang="en-US" dirty="0"/>
          </a:p>
        </p:txBody>
      </p:sp>
      <p:cxnSp>
        <p:nvCxnSpPr>
          <p:cNvPr id="9" name="Straight Arrow Connector 8"/>
          <p:cNvCxnSpPr/>
          <p:nvPr/>
        </p:nvCxnSpPr>
        <p:spPr>
          <a:xfrm>
            <a:off x="3276600" y="6324600"/>
            <a:ext cx="3810000"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67200" y="6324600"/>
            <a:ext cx="2133600" cy="369332"/>
          </a:xfrm>
          <a:prstGeom prst="rect">
            <a:avLst/>
          </a:prstGeom>
          <a:noFill/>
        </p:spPr>
        <p:txBody>
          <a:bodyPr wrap="square" rtlCol="0">
            <a:spAutoFit/>
          </a:bodyPr>
          <a:lstStyle/>
          <a:p>
            <a:r>
              <a:rPr lang="en-US" dirty="0">
                <a:solidFill>
                  <a:srgbClr val="00B0F0"/>
                </a:solidFill>
              </a:rPr>
              <a:t>Power increases</a:t>
            </a:r>
          </a:p>
        </p:txBody>
      </p:sp>
    </p:spTree>
    <p:extLst>
      <p:ext uri="{BB962C8B-B14F-4D97-AF65-F5344CB8AC3E}">
        <p14:creationId xmlns:p14="http://schemas.microsoft.com/office/powerpoint/2010/main" val="1619884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990600"/>
          </a:xfrm>
        </p:spPr>
        <p:txBody>
          <a:bodyPr/>
          <a:lstStyle/>
          <a:p>
            <a:r>
              <a:rPr lang="en-GB" dirty="0"/>
              <a:t>Parsers</a:t>
            </a:r>
            <a:endParaRPr lang="en-US" dirty="0"/>
          </a:p>
        </p:txBody>
      </p:sp>
      <p:sp>
        <p:nvSpPr>
          <p:cNvPr id="3" name="TextBox 2"/>
          <p:cNvSpPr txBox="1"/>
          <p:nvPr/>
        </p:nvSpPr>
        <p:spPr>
          <a:xfrm>
            <a:off x="381000" y="1295400"/>
            <a:ext cx="8305800" cy="369332"/>
          </a:xfrm>
          <a:prstGeom prst="rect">
            <a:avLst/>
          </a:prstGeom>
          <a:noFill/>
        </p:spPr>
        <p:txBody>
          <a:bodyPr wrap="square" rtlCol="0">
            <a:spAutoFit/>
          </a:bodyPr>
          <a:lstStyle/>
          <a:p>
            <a:r>
              <a:rPr lang="en-GB" b="1" dirty="0"/>
              <a:t>Shift reducing Parser:</a:t>
            </a:r>
            <a:endParaRPr lang="en-US" b="1" dirty="0"/>
          </a:p>
        </p:txBody>
      </p:sp>
      <p:sp>
        <p:nvSpPr>
          <p:cNvPr id="6" name="Rectangle 5"/>
          <p:cNvSpPr/>
          <p:nvPr/>
        </p:nvSpPr>
        <p:spPr>
          <a:xfrm>
            <a:off x="152400" y="1664732"/>
            <a:ext cx="8229600" cy="4247317"/>
          </a:xfrm>
          <a:prstGeom prst="rect">
            <a:avLst/>
          </a:prstGeom>
        </p:spPr>
        <p:txBody>
          <a:bodyPr wrap="square">
            <a:spAutoFit/>
          </a:bodyPr>
          <a:lstStyle/>
          <a:p>
            <a:pPr algn="just"/>
            <a:r>
              <a:rPr lang="en-US" dirty="0">
                <a:solidFill>
                  <a:srgbClr val="000000"/>
                </a:solidFill>
                <a:latin typeface="Nunito"/>
              </a:rPr>
              <a:t>-Shift Reduce Parser is a type of Bottom-Up Parser. </a:t>
            </a:r>
          </a:p>
          <a:p>
            <a:pPr algn="just"/>
            <a:r>
              <a:rPr lang="en-US" dirty="0">
                <a:solidFill>
                  <a:srgbClr val="000000"/>
                </a:solidFill>
                <a:latin typeface="Nunito"/>
              </a:rPr>
              <a:t>-It generates the Parse Tree from Leaves to the Root. </a:t>
            </a:r>
          </a:p>
          <a:p>
            <a:pPr algn="just"/>
            <a:r>
              <a:rPr lang="en-US" dirty="0">
                <a:solidFill>
                  <a:srgbClr val="000000"/>
                </a:solidFill>
                <a:latin typeface="Nunito"/>
              </a:rPr>
              <a:t>-In Shift Reduce Parser, the input string will be reduced to the starting symbol. This reduction can be produced by handling the rightmost derivation in reverse, i.e., from starting symbol to the input string.</a:t>
            </a:r>
          </a:p>
          <a:p>
            <a:pPr algn="just"/>
            <a:r>
              <a:rPr lang="en-US" dirty="0"/>
              <a:t>-uses a stack to hold the grammar and an input tape to hold the string.</a:t>
            </a:r>
          </a:p>
          <a:p>
            <a:pPr algn="just"/>
            <a:r>
              <a:rPr lang="en-US" dirty="0"/>
              <a:t>-performs the two actions: shift and reduce. That's why it is known as shift reduces parsing.</a:t>
            </a:r>
          </a:p>
          <a:p>
            <a:pPr algn="just"/>
            <a:endParaRPr lang="en-GB" dirty="0"/>
          </a:p>
          <a:p>
            <a:r>
              <a:rPr lang="en-US" dirty="0"/>
              <a:t>-Shift Reduce Parser requires two Data Structures</a:t>
            </a:r>
          </a:p>
          <a:p>
            <a:r>
              <a:rPr lang="en-US" dirty="0"/>
              <a:t>	-Input Buffer</a:t>
            </a:r>
          </a:p>
          <a:p>
            <a:r>
              <a:rPr lang="en-US" dirty="0"/>
              <a:t>	-Stack</a:t>
            </a:r>
          </a:p>
          <a:p>
            <a:pPr algn="just"/>
            <a:endParaRPr lang="en-US" dirty="0"/>
          </a:p>
          <a:p>
            <a:pPr algn="just"/>
            <a:endParaRPr lang="en-US" dirty="0"/>
          </a:p>
          <a:p>
            <a:pPr algn="just"/>
            <a:endParaRPr lang="en-US" dirty="0">
              <a:solidFill>
                <a:srgbClr val="000000"/>
              </a:solidFill>
              <a:latin typeface="Nunito"/>
            </a:endParaRPr>
          </a:p>
        </p:txBody>
      </p:sp>
    </p:spTree>
    <p:extLst>
      <p:ext uri="{BB962C8B-B14F-4D97-AF65-F5344CB8AC3E}">
        <p14:creationId xmlns:p14="http://schemas.microsoft.com/office/powerpoint/2010/main" val="5339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990600"/>
          </a:xfrm>
        </p:spPr>
        <p:txBody>
          <a:bodyPr/>
          <a:lstStyle/>
          <a:p>
            <a:r>
              <a:rPr lang="en-GB" dirty="0"/>
              <a:t>Parsers</a:t>
            </a:r>
            <a:endParaRPr lang="en-US" dirty="0"/>
          </a:p>
        </p:txBody>
      </p:sp>
      <p:sp>
        <p:nvSpPr>
          <p:cNvPr id="3" name="TextBox 2"/>
          <p:cNvSpPr txBox="1"/>
          <p:nvPr/>
        </p:nvSpPr>
        <p:spPr>
          <a:xfrm>
            <a:off x="381000" y="1295400"/>
            <a:ext cx="8305800" cy="369332"/>
          </a:xfrm>
          <a:prstGeom prst="rect">
            <a:avLst/>
          </a:prstGeom>
          <a:noFill/>
        </p:spPr>
        <p:txBody>
          <a:bodyPr wrap="square" rtlCol="0">
            <a:spAutoFit/>
          </a:bodyPr>
          <a:lstStyle/>
          <a:p>
            <a:r>
              <a:rPr lang="en-US" b="1" dirty="0"/>
              <a:t>Steps </a:t>
            </a:r>
            <a:r>
              <a:rPr lang="en-GB" b="1" dirty="0"/>
              <a:t>Shift reducing Parser:</a:t>
            </a:r>
            <a:endParaRPr lang="en-US" b="1" dirty="0"/>
          </a:p>
        </p:txBody>
      </p:sp>
      <p:sp>
        <p:nvSpPr>
          <p:cNvPr id="6" name="Rectangle 5"/>
          <p:cNvSpPr/>
          <p:nvPr/>
        </p:nvSpPr>
        <p:spPr>
          <a:xfrm>
            <a:off x="152400" y="1664732"/>
            <a:ext cx="8229600" cy="3970318"/>
          </a:xfrm>
          <a:prstGeom prst="rect">
            <a:avLst/>
          </a:prstGeom>
        </p:spPr>
        <p:txBody>
          <a:bodyPr wrap="square">
            <a:spAutoFit/>
          </a:bodyPr>
          <a:lstStyle/>
          <a:p>
            <a:r>
              <a:rPr lang="en-US" dirty="0"/>
              <a:t>-It uses a stack and an input buffer.</a:t>
            </a:r>
          </a:p>
          <a:p>
            <a:endParaRPr lang="en-US" dirty="0"/>
          </a:p>
          <a:p>
            <a:r>
              <a:rPr lang="en-US" dirty="0"/>
              <a:t>-Insert $ at the bottom of the stack and the right end of the input string in Input Buffer.</a:t>
            </a:r>
          </a:p>
          <a:p>
            <a:pPr algn="just"/>
            <a:endParaRPr lang="en-US" dirty="0"/>
          </a:p>
          <a:p>
            <a:r>
              <a:rPr lang="en-US" b="1" dirty="0"/>
              <a:t>Shift</a:t>
            </a:r>
            <a:r>
              <a:rPr lang="en-US" dirty="0"/>
              <a:t> − Parser shifts zero or more input symbols onto the stack until the handle is on top of the stack.</a:t>
            </a:r>
          </a:p>
          <a:p>
            <a:r>
              <a:rPr lang="en-US" b="1" dirty="0"/>
              <a:t>Reduce</a:t>
            </a:r>
            <a:r>
              <a:rPr lang="en-US" dirty="0"/>
              <a:t> − Parser reduce or replace the handle on top of the stack to the left side of production, i.e., R.H.S. of production is popped, and L.H.S is pushed.</a:t>
            </a:r>
          </a:p>
          <a:p>
            <a:r>
              <a:rPr lang="en-US" b="1" dirty="0"/>
              <a:t>Accept</a:t>
            </a:r>
            <a:r>
              <a:rPr lang="en-US" dirty="0"/>
              <a:t> − Step 3 and Step 4 will be repeated until it has detected an error or until the stack includes start symbol (S) and input Buffer is empty, i.e., it contains $.</a:t>
            </a:r>
          </a:p>
          <a:p>
            <a:pPr algn="just"/>
            <a:endParaRPr lang="en-US" dirty="0"/>
          </a:p>
          <a:p>
            <a:pPr algn="just"/>
            <a:endParaRPr lang="en-US" dirty="0">
              <a:solidFill>
                <a:srgbClr val="000000"/>
              </a:solidFill>
              <a:latin typeface="Nunito"/>
            </a:endParaRPr>
          </a:p>
        </p:txBody>
      </p:sp>
    </p:spTree>
    <p:extLst>
      <p:ext uri="{BB962C8B-B14F-4D97-AF65-F5344CB8AC3E}">
        <p14:creationId xmlns:p14="http://schemas.microsoft.com/office/powerpoint/2010/main" val="736471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990600"/>
          </a:xfrm>
        </p:spPr>
        <p:txBody>
          <a:bodyPr/>
          <a:lstStyle/>
          <a:p>
            <a:r>
              <a:rPr lang="en-GB" dirty="0"/>
              <a:t>Parsers</a:t>
            </a:r>
            <a:endParaRPr lang="en-US" dirty="0"/>
          </a:p>
        </p:txBody>
      </p:sp>
      <p:sp>
        <p:nvSpPr>
          <p:cNvPr id="6" name="Rectangle 5"/>
          <p:cNvSpPr/>
          <p:nvPr/>
        </p:nvSpPr>
        <p:spPr>
          <a:xfrm>
            <a:off x="152400" y="1664732"/>
            <a:ext cx="8229600" cy="1754326"/>
          </a:xfrm>
          <a:prstGeom prst="rect">
            <a:avLst/>
          </a:prstGeom>
        </p:spPr>
        <p:txBody>
          <a:bodyPr wrap="square">
            <a:spAutoFit/>
          </a:bodyPr>
          <a:lstStyle/>
          <a:p>
            <a:r>
              <a:rPr lang="en-US" dirty="0"/>
              <a:t>E → E + E </a:t>
            </a:r>
          </a:p>
          <a:p>
            <a:r>
              <a:rPr lang="en-US" dirty="0"/>
              <a:t>E → E * E </a:t>
            </a:r>
          </a:p>
          <a:p>
            <a:r>
              <a:rPr lang="en-US" dirty="0"/>
              <a:t>E → (E) </a:t>
            </a:r>
          </a:p>
          <a:p>
            <a:r>
              <a:rPr lang="en-US" dirty="0"/>
              <a:t>E → id</a:t>
            </a:r>
          </a:p>
          <a:p>
            <a:pPr algn="just"/>
            <a:endParaRPr lang="en-US" dirty="0"/>
          </a:p>
          <a:p>
            <a:pPr algn="just"/>
            <a:endParaRPr lang="en-US" dirty="0">
              <a:solidFill>
                <a:srgbClr val="000000"/>
              </a:solidFill>
              <a:latin typeface="Nunito"/>
            </a:endParaRPr>
          </a:p>
        </p:txBody>
      </p:sp>
      <p:sp>
        <p:nvSpPr>
          <p:cNvPr id="5" name="TextBox 4"/>
          <p:cNvSpPr txBox="1"/>
          <p:nvPr/>
        </p:nvSpPr>
        <p:spPr>
          <a:xfrm>
            <a:off x="4533900" y="833735"/>
            <a:ext cx="2819400" cy="2585323"/>
          </a:xfrm>
          <a:prstGeom prst="rect">
            <a:avLst/>
          </a:prstGeom>
          <a:noFill/>
          <a:ln>
            <a:solidFill>
              <a:srgbClr val="00B050"/>
            </a:solidFill>
          </a:ln>
        </p:spPr>
        <p:txBody>
          <a:bodyPr wrap="square" rtlCol="0">
            <a:spAutoFit/>
          </a:bodyPr>
          <a:lstStyle/>
          <a:p>
            <a:r>
              <a:rPr lang="en-US" b="1" dirty="0"/>
              <a:t>Right most Derivation</a:t>
            </a:r>
          </a:p>
          <a:p>
            <a:r>
              <a:rPr lang="en-US" dirty="0"/>
              <a:t>   E</a:t>
            </a:r>
            <a:r>
              <a:rPr lang="en-US" dirty="0">
                <a:sym typeface="Wingdings" panose="05000000000000000000" pitchFamily="2" charset="2"/>
              </a:rPr>
              <a:t>E+</a:t>
            </a:r>
            <a:r>
              <a:rPr lang="en-US" dirty="0">
                <a:solidFill>
                  <a:srgbClr val="00B0F0"/>
                </a:solidFill>
                <a:sym typeface="Wingdings" panose="05000000000000000000" pitchFamily="2" charset="2"/>
              </a:rPr>
              <a:t>E</a:t>
            </a:r>
          </a:p>
          <a:p>
            <a:r>
              <a:rPr lang="en-US" dirty="0">
                <a:sym typeface="Wingdings" panose="05000000000000000000" pitchFamily="2" charset="2"/>
              </a:rPr>
              <a:t>     E+</a:t>
            </a:r>
            <a:r>
              <a:rPr lang="en-US" dirty="0">
                <a:solidFill>
                  <a:srgbClr val="00B0F0"/>
                </a:solidFill>
                <a:sym typeface="Wingdings" panose="05000000000000000000" pitchFamily="2" charset="2"/>
              </a:rPr>
              <a:t>E*E</a:t>
            </a:r>
          </a:p>
          <a:p>
            <a:r>
              <a:rPr lang="en-US" dirty="0">
                <a:solidFill>
                  <a:srgbClr val="00B0F0"/>
                </a:solidFill>
                <a:sym typeface="Wingdings" panose="05000000000000000000" pitchFamily="2" charset="2"/>
              </a:rPr>
              <a:t>     </a:t>
            </a:r>
            <a:r>
              <a:rPr lang="en-US" dirty="0">
                <a:sym typeface="Wingdings" panose="05000000000000000000" pitchFamily="2" charset="2"/>
              </a:rPr>
              <a:t>E+E*</a:t>
            </a:r>
            <a:r>
              <a:rPr lang="en-US" b="1" dirty="0">
                <a:solidFill>
                  <a:srgbClr val="00B0F0"/>
                </a:solidFill>
                <a:sym typeface="Wingdings" panose="05000000000000000000" pitchFamily="2" charset="2"/>
              </a:rPr>
              <a:t>id</a:t>
            </a:r>
          </a:p>
          <a:p>
            <a:r>
              <a:rPr lang="en-US" dirty="0">
                <a:sym typeface="Wingdings" panose="05000000000000000000" pitchFamily="2" charset="2"/>
              </a:rPr>
              <a:t>     </a:t>
            </a:r>
            <a:r>
              <a:rPr lang="en-US" dirty="0" err="1">
                <a:sym typeface="Wingdings" panose="05000000000000000000" pitchFamily="2" charset="2"/>
              </a:rPr>
              <a:t>E+</a:t>
            </a:r>
            <a:r>
              <a:rPr lang="en-US" b="1" dirty="0" err="1">
                <a:solidFill>
                  <a:srgbClr val="00B0F0"/>
                </a:solidFill>
                <a:sym typeface="Wingdings" panose="05000000000000000000" pitchFamily="2" charset="2"/>
              </a:rPr>
              <a:t>id</a:t>
            </a:r>
            <a:r>
              <a:rPr lang="en-US" dirty="0">
                <a:sym typeface="Wingdings" panose="05000000000000000000" pitchFamily="2" charset="2"/>
              </a:rPr>
              <a:t>*id</a:t>
            </a:r>
            <a:endParaRPr lang="en-US" dirty="0"/>
          </a:p>
          <a:p>
            <a:r>
              <a:rPr lang="en-US" dirty="0">
                <a:solidFill>
                  <a:srgbClr val="00B0F0"/>
                </a:solidFill>
                <a:sym typeface="Wingdings" panose="05000000000000000000" pitchFamily="2" charset="2"/>
              </a:rPr>
              <a:t>     </a:t>
            </a:r>
            <a:r>
              <a:rPr lang="en-US" dirty="0">
                <a:sym typeface="Wingdings" panose="05000000000000000000" pitchFamily="2" charset="2"/>
              </a:rPr>
              <a:t></a:t>
            </a:r>
            <a:r>
              <a:rPr lang="en-US" b="1" dirty="0" err="1">
                <a:solidFill>
                  <a:srgbClr val="00B0F0"/>
                </a:solidFill>
                <a:sym typeface="Wingdings" panose="05000000000000000000" pitchFamily="2" charset="2"/>
              </a:rPr>
              <a:t>id</a:t>
            </a:r>
            <a:r>
              <a:rPr lang="en-US" dirty="0" err="1">
                <a:sym typeface="Wingdings" panose="05000000000000000000" pitchFamily="2" charset="2"/>
              </a:rPr>
              <a:t>+id</a:t>
            </a:r>
            <a:r>
              <a:rPr lang="en-US" dirty="0">
                <a:sym typeface="Wingdings" panose="05000000000000000000" pitchFamily="2" charset="2"/>
              </a:rPr>
              <a:t>*id</a:t>
            </a:r>
          </a:p>
          <a:p>
            <a:endParaRPr lang="en-US" dirty="0">
              <a:solidFill>
                <a:srgbClr val="00B0F0"/>
              </a:solidFill>
              <a:sym typeface="Wingdings" panose="05000000000000000000" pitchFamily="2" charset="2"/>
            </a:endParaRPr>
          </a:p>
          <a:p>
            <a:endParaRPr lang="en-US" dirty="0">
              <a:solidFill>
                <a:srgbClr val="00B0F0"/>
              </a:solidFill>
              <a:sym typeface="Wingdings" panose="05000000000000000000" pitchFamily="2" charset="2"/>
            </a:endParaRPr>
          </a:p>
          <a:p>
            <a:endParaRPr lang="en-US" dirty="0">
              <a:solidFill>
                <a:srgbClr val="00B0F0"/>
              </a:solidFill>
              <a:sym typeface="Wingdings" panose="05000000000000000000" pitchFamily="2" charset="2"/>
            </a:endParaRPr>
          </a:p>
        </p:txBody>
      </p:sp>
      <p:pic>
        <p:nvPicPr>
          <p:cNvPr id="8" name="Picture 7"/>
          <p:cNvPicPr>
            <a:picLocks noChangeAspect="1"/>
          </p:cNvPicPr>
          <p:nvPr/>
        </p:nvPicPr>
        <p:blipFill>
          <a:blip r:embed="rId2"/>
          <a:stretch>
            <a:fillRect/>
          </a:stretch>
        </p:blipFill>
        <p:spPr>
          <a:xfrm>
            <a:off x="533400" y="3657600"/>
            <a:ext cx="7709629" cy="2841010"/>
          </a:xfrm>
          <a:prstGeom prst="rect">
            <a:avLst/>
          </a:prstGeom>
        </p:spPr>
      </p:pic>
    </p:spTree>
    <p:extLst>
      <p:ext uri="{BB962C8B-B14F-4D97-AF65-F5344CB8AC3E}">
        <p14:creationId xmlns:p14="http://schemas.microsoft.com/office/powerpoint/2010/main" val="198070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990600"/>
          </a:xfrm>
        </p:spPr>
        <p:txBody>
          <a:bodyPr/>
          <a:lstStyle/>
          <a:p>
            <a:r>
              <a:rPr lang="en-GB" dirty="0"/>
              <a:t>Parsers</a:t>
            </a:r>
            <a:endParaRPr lang="en-US" dirty="0"/>
          </a:p>
        </p:txBody>
      </p:sp>
      <p:sp>
        <p:nvSpPr>
          <p:cNvPr id="6" name="Rectangle 5"/>
          <p:cNvSpPr/>
          <p:nvPr/>
        </p:nvSpPr>
        <p:spPr>
          <a:xfrm>
            <a:off x="3672589" y="400269"/>
            <a:ext cx="1585211" cy="954107"/>
          </a:xfrm>
          <a:prstGeom prst="rect">
            <a:avLst/>
          </a:prstGeom>
        </p:spPr>
        <p:txBody>
          <a:bodyPr wrap="square">
            <a:spAutoFit/>
          </a:bodyPr>
          <a:lstStyle/>
          <a:p>
            <a:r>
              <a:rPr lang="en-US" sz="1400" b="1" dirty="0"/>
              <a:t>S → S+S    </a:t>
            </a:r>
          </a:p>
          <a:p>
            <a:r>
              <a:rPr lang="en-US" sz="1400" b="1" dirty="0"/>
              <a:t>S → S-S    </a:t>
            </a:r>
          </a:p>
          <a:p>
            <a:r>
              <a:rPr lang="en-US" sz="1400" b="1" dirty="0"/>
              <a:t>S → (S)  </a:t>
            </a:r>
          </a:p>
          <a:p>
            <a:r>
              <a:rPr lang="en-US" sz="1400" b="1" dirty="0"/>
              <a:t>S → a  </a:t>
            </a:r>
          </a:p>
        </p:txBody>
      </p:sp>
      <p:sp>
        <p:nvSpPr>
          <p:cNvPr id="3" name="TextBox 2"/>
          <p:cNvSpPr txBox="1"/>
          <p:nvPr/>
        </p:nvSpPr>
        <p:spPr>
          <a:xfrm>
            <a:off x="5257800" y="631101"/>
            <a:ext cx="2971800" cy="369332"/>
          </a:xfrm>
          <a:prstGeom prst="rect">
            <a:avLst/>
          </a:prstGeom>
          <a:noFill/>
        </p:spPr>
        <p:txBody>
          <a:bodyPr wrap="square" rtlCol="0">
            <a:spAutoFit/>
          </a:bodyPr>
          <a:lstStyle/>
          <a:p>
            <a:r>
              <a:rPr lang="en-GB" dirty="0"/>
              <a:t>Input string:</a:t>
            </a:r>
            <a:r>
              <a:rPr lang="en-US" b="1" dirty="0"/>
              <a:t>a1-(a2+a3) </a:t>
            </a:r>
            <a:r>
              <a:rPr lang="en-US" dirty="0"/>
              <a:t> </a:t>
            </a:r>
          </a:p>
        </p:txBody>
      </p:sp>
      <p:sp>
        <p:nvSpPr>
          <p:cNvPr id="4" name="Rectangle 3"/>
          <p:cNvSpPr/>
          <p:nvPr/>
        </p:nvSpPr>
        <p:spPr>
          <a:xfrm>
            <a:off x="205526" y="1000433"/>
            <a:ext cx="1710725" cy="369332"/>
          </a:xfrm>
          <a:prstGeom prst="rect">
            <a:avLst/>
          </a:prstGeom>
        </p:spPr>
        <p:txBody>
          <a:bodyPr wrap="none">
            <a:spAutoFit/>
          </a:bodyPr>
          <a:lstStyle/>
          <a:p>
            <a:r>
              <a:rPr lang="en-US" b="1" dirty="0">
                <a:solidFill>
                  <a:srgbClr val="333333"/>
                </a:solidFill>
                <a:latin typeface="inter-bold"/>
              </a:rPr>
              <a:t>Parsing table:</a:t>
            </a:r>
            <a:endParaRPr lang="en-US" dirty="0"/>
          </a:p>
        </p:txBody>
      </p:sp>
      <p:pic>
        <p:nvPicPr>
          <p:cNvPr id="9" name="Picture 8"/>
          <p:cNvPicPr>
            <a:picLocks noChangeAspect="1"/>
          </p:cNvPicPr>
          <p:nvPr/>
        </p:nvPicPr>
        <p:blipFill>
          <a:blip r:embed="rId2"/>
          <a:stretch>
            <a:fillRect/>
          </a:stretch>
        </p:blipFill>
        <p:spPr>
          <a:xfrm>
            <a:off x="457200" y="1326734"/>
            <a:ext cx="7543800" cy="5223687"/>
          </a:xfrm>
          <a:prstGeom prst="rect">
            <a:avLst/>
          </a:prstGeom>
        </p:spPr>
      </p:pic>
    </p:spTree>
    <p:extLst>
      <p:ext uri="{BB962C8B-B14F-4D97-AF65-F5344CB8AC3E}">
        <p14:creationId xmlns:p14="http://schemas.microsoft.com/office/powerpoint/2010/main" val="1342615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990600"/>
          </a:xfrm>
        </p:spPr>
        <p:txBody>
          <a:bodyPr/>
          <a:lstStyle/>
          <a:p>
            <a:r>
              <a:rPr lang="en-GB" dirty="0"/>
              <a:t>Parsers</a:t>
            </a:r>
            <a:endParaRPr lang="en-US" dirty="0"/>
          </a:p>
        </p:txBody>
      </p:sp>
      <p:sp>
        <p:nvSpPr>
          <p:cNvPr id="5" name="Rectangle 4"/>
          <p:cNvSpPr/>
          <p:nvPr/>
        </p:nvSpPr>
        <p:spPr>
          <a:xfrm>
            <a:off x="168498" y="1143000"/>
            <a:ext cx="8365901" cy="369332"/>
          </a:xfrm>
          <a:prstGeom prst="rect">
            <a:avLst/>
          </a:prstGeom>
        </p:spPr>
        <p:txBody>
          <a:bodyPr wrap="square">
            <a:spAutoFit/>
          </a:bodyPr>
          <a:lstStyle/>
          <a:p>
            <a:r>
              <a:rPr lang="en-US" b="1" dirty="0">
                <a:solidFill>
                  <a:srgbClr val="333333"/>
                </a:solidFill>
                <a:latin typeface="inter-regular"/>
              </a:rPr>
              <a:t>Categories of  Shift Reducing Parser:</a:t>
            </a:r>
            <a:endParaRPr lang="en-US" b="1" dirty="0"/>
          </a:p>
        </p:txBody>
      </p:sp>
      <p:sp>
        <p:nvSpPr>
          <p:cNvPr id="7" name="Rectangle 6"/>
          <p:cNvSpPr/>
          <p:nvPr/>
        </p:nvSpPr>
        <p:spPr>
          <a:xfrm>
            <a:off x="228600" y="1690249"/>
            <a:ext cx="4572000" cy="646331"/>
          </a:xfrm>
          <a:prstGeom prst="rect">
            <a:avLst/>
          </a:prstGeom>
        </p:spPr>
        <p:txBody>
          <a:bodyPr>
            <a:spAutoFit/>
          </a:bodyPr>
          <a:lstStyle/>
          <a:p>
            <a:pPr algn="just">
              <a:buFont typeface="+mj-lt"/>
              <a:buAutoNum type="arabicPeriod"/>
            </a:pPr>
            <a:r>
              <a:rPr lang="en-US" dirty="0">
                <a:solidFill>
                  <a:srgbClr val="000000"/>
                </a:solidFill>
                <a:latin typeface="inter-regular"/>
              </a:rPr>
              <a:t>Operator-Precedence Parsing</a:t>
            </a:r>
          </a:p>
          <a:p>
            <a:pPr algn="just">
              <a:buFont typeface="+mj-lt"/>
              <a:buAutoNum type="arabicPeriod"/>
            </a:pPr>
            <a:r>
              <a:rPr lang="en-US" dirty="0">
                <a:solidFill>
                  <a:srgbClr val="000000"/>
                </a:solidFill>
                <a:latin typeface="inter-regular"/>
              </a:rPr>
              <a:t>LR-Parser</a:t>
            </a:r>
          </a:p>
        </p:txBody>
      </p:sp>
    </p:spTree>
    <p:extLst>
      <p:ext uri="{BB962C8B-B14F-4D97-AF65-F5344CB8AC3E}">
        <p14:creationId xmlns:p14="http://schemas.microsoft.com/office/powerpoint/2010/main" val="4290302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85247"/>
            <a:ext cx="7848600" cy="1927225"/>
          </a:xfrm>
        </p:spPr>
        <p:txBody>
          <a:bodyPr/>
          <a:lstStyle/>
          <a:p>
            <a:pPr fontAlgn="base"/>
            <a:r>
              <a:rPr lang="en-US" sz="4000" b="1" dirty="0"/>
              <a:t>LR(K) Parser </a:t>
            </a:r>
            <a:endParaRPr lang="en-US" sz="4000" dirty="0"/>
          </a:p>
        </p:txBody>
      </p:sp>
      <p:sp>
        <p:nvSpPr>
          <p:cNvPr id="3" name="Subtitle 2"/>
          <p:cNvSpPr>
            <a:spLocks noGrp="1"/>
          </p:cNvSpPr>
          <p:nvPr>
            <p:ph type="subTitle" idx="1"/>
          </p:nvPr>
        </p:nvSpPr>
        <p:spPr/>
        <p:txBody>
          <a:bodyPr/>
          <a:lstStyle/>
          <a:p>
            <a:endParaRPr lang="en-GB" dirty="0"/>
          </a:p>
        </p:txBody>
      </p:sp>
      <p:pic>
        <p:nvPicPr>
          <p:cNvPr id="4" name="Picture 3">
            <a:extLst>
              <a:ext uri="{FF2B5EF4-FFF2-40B4-BE49-F238E27FC236}">
                <a16:creationId xmlns:a16="http://schemas.microsoft.com/office/drawing/2014/main" id="{E7B2B36E-8BDA-4B95-AFC9-7BEEDE66F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5369" y="377634"/>
            <a:ext cx="1289461" cy="1289461"/>
          </a:xfrm>
          <a:prstGeom prst="rect">
            <a:avLst/>
          </a:prstGeom>
        </p:spPr>
      </p:pic>
      <p:sp>
        <p:nvSpPr>
          <p:cNvPr id="5" name="TextBox 4">
            <a:extLst>
              <a:ext uri="{FF2B5EF4-FFF2-40B4-BE49-F238E27FC236}">
                <a16:creationId xmlns:a16="http://schemas.microsoft.com/office/drawing/2014/main" id="{99D8964A-8303-45DF-99A6-7A9E5BD07E42}"/>
              </a:ext>
            </a:extLst>
          </p:cNvPr>
          <p:cNvSpPr txBox="1"/>
          <p:nvPr/>
        </p:nvSpPr>
        <p:spPr>
          <a:xfrm>
            <a:off x="1439441" y="0"/>
            <a:ext cx="7397339" cy="400110"/>
          </a:xfrm>
          <a:prstGeom prst="rect">
            <a:avLst/>
          </a:prstGeom>
          <a:noFill/>
        </p:spPr>
        <p:txBody>
          <a:bodyPr wrap="square" rtlCol="0">
            <a:spAutoFit/>
          </a:bodyPr>
          <a:lstStyle/>
          <a:p>
            <a:r>
              <a:rPr lang="en-US" sz="2000" dirty="0"/>
              <a:t>Sir Syed University of Engineering &amp; Technology, Karachi</a:t>
            </a:r>
            <a:endParaRPr lang="en-US" sz="1485" dirty="0"/>
          </a:p>
        </p:txBody>
      </p:sp>
      <p:sp>
        <p:nvSpPr>
          <p:cNvPr id="6" name="TextBox 5">
            <a:extLst>
              <a:ext uri="{FF2B5EF4-FFF2-40B4-BE49-F238E27FC236}">
                <a16:creationId xmlns:a16="http://schemas.microsoft.com/office/drawing/2014/main" id="{B10EEC16-E972-4610-A1BD-5ADD6C19E1D8}"/>
              </a:ext>
            </a:extLst>
          </p:cNvPr>
          <p:cNvSpPr txBox="1"/>
          <p:nvPr/>
        </p:nvSpPr>
        <p:spPr>
          <a:xfrm>
            <a:off x="2209800" y="1667095"/>
            <a:ext cx="5122743" cy="369332"/>
          </a:xfrm>
          <a:prstGeom prst="rect">
            <a:avLst/>
          </a:prstGeom>
          <a:noFill/>
        </p:spPr>
        <p:txBody>
          <a:bodyPr wrap="square" rtlCol="0">
            <a:spAutoFit/>
          </a:bodyPr>
          <a:lstStyle/>
          <a:p>
            <a:pPr algn="ctr"/>
            <a:r>
              <a:rPr lang="en-US" dirty="0"/>
              <a:t>Department of Computer Science</a:t>
            </a:r>
            <a:r>
              <a:rPr lang="en-US" sz="1485" dirty="0"/>
              <a:t> </a:t>
            </a:r>
          </a:p>
        </p:txBody>
      </p:sp>
    </p:spTree>
    <p:extLst>
      <p:ext uri="{BB962C8B-B14F-4D97-AF65-F5344CB8AC3E}">
        <p14:creationId xmlns:p14="http://schemas.microsoft.com/office/powerpoint/2010/main" val="3903257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990600"/>
          </a:xfrm>
        </p:spPr>
        <p:txBody>
          <a:bodyPr>
            <a:normAutofit/>
          </a:bodyPr>
          <a:lstStyle/>
          <a:p>
            <a:r>
              <a:rPr lang="en-US" b="1" dirty="0"/>
              <a:t>LR(0) Parser </a:t>
            </a:r>
            <a:endParaRPr lang="en-US" dirty="0"/>
          </a:p>
        </p:txBody>
      </p:sp>
      <p:sp>
        <p:nvSpPr>
          <p:cNvPr id="3" name="Content Placeholder 2"/>
          <p:cNvSpPr>
            <a:spLocks noGrp="1"/>
          </p:cNvSpPr>
          <p:nvPr>
            <p:ph idx="1"/>
          </p:nvPr>
        </p:nvSpPr>
        <p:spPr/>
        <p:txBody>
          <a:bodyPr/>
          <a:lstStyle/>
          <a:p>
            <a:pPr marL="514350" indent="-514350" fontAlgn="base">
              <a:buFont typeface="+mj-lt"/>
              <a:buAutoNum type="arabicPeriod"/>
            </a:pPr>
            <a:r>
              <a:rPr lang="en-US" dirty="0"/>
              <a:t>In LR0, first L stands for Left to Right scanning R stands for Right-most Derivation. </a:t>
            </a:r>
          </a:p>
          <a:p>
            <a:pPr marL="514350" indent="-514350" fontAlgn="base">
              <a:buFont typeface="+mj-lt"/>
              <a:buAutoNum type="arabicPeriod"/>
            </a:pPr>
            <a:r>
              <a:rPr lang="en-US" dirty="0"/>
              <a:t>For making LR(0) parser we use LR(0) canonical items</a:t>
            </a:r>
          </a:p>
          <a:p>
            <a:pPr marL="514350" indent="-514350" fontAlgn="base">
              <a:buFont typeface="+mj-lt"/>
              <a:buAutoNum type="arabicPeriod"/>
            </a:pPr>
            <a:r>
              <a:rPr lang="en-US" dirty="0"/>
              <a:t>The first rule is to augment your given grammar</a:t>
            </a:r>
          </a:p>
          <a:p>
            <a:pPr marL="514350" indent="-514350" fontAlgn="base">
              <a:buFont typeface="+mj-lt"/>
              <a:buAutoNum type="arabicPeriod"/>
            </a:pPr>
            <a:r>
              <a:rPr lang="en-US" dirty="0">
                <a:sym typeface="Wingdings" panose="05000000000000000000" pitchFamily="2" charset="2"/>
              </a:rPr>
              <a:t>If start Symbol is recursive in right side of the production make a new variable as start symbol</a:t>
            </a:r>
          </a:p>
          <a:p>
            <a:pPr marL="514350" indent="-514350" fontAlgn="base">
              <a:buFont typeface="+mj-lt"/>
              <a:buAutoNum type="arabicPeriod"/>
            </a:pPr>
            <a:endParaRPr lang="en-US" dirty="0">
              <a:sym typeface="Wingdings" panose="05000000000000000000" pitchFamily="2" charset="2"/>
            </a:endParaRPr>
          </a:p>
          <a:p>
            <a:pPr marL="514350" indent="-514350" fontAlgn="base">
              <a:buFont typeface="+mj-lt"/>
              <a:buAutoNum type="arabicPeriod"/>
            </a:pPr>
            <a:endParaRPr lang="en-US" dirty="0"/>
          </a:p>
        </p:txBody>
      </p:sp>
    </p:spTree>
    <p:extLst>
      <p:ext uri="{BB962C8B-B14F-4D97-AF65-F5344CB8AC3E}">
        <p14:creationId xmlns:p14="http://schemas.microsoft.com/office/powerpoint/2010/main" val="1427972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229600" cy="457200"/>
          </a:xfrm>
        </p:spPr>
        <p:txBody>
          <a:bodyPr>
            <a:normAutofit/>
          </a:bodyPr>
          <a:lstStyle/>
          <a:p>
            <a:r>
              <a:rPr lang="en-US" sz="2400" b="1" dirty="0"/>
              <a:t>LR(0) Parser </a:t>
            </a:r>
            <a:endParaRPr lang="en-US" sz="2400" dirty="0"/>
          </a:p>
        </p:txBody>
      </p:sp>
      <p:sp>
        <p:nvSpPr>
          <p:cNvPr id="3" name="Content Placeholder 2"/>
          <p:cNvSpPr>
            <a:spLocks noGrp="1"/>
          </p:cNvSpPr>
          <p:nvPr>
            <p:ph idx="1"/>
          </p:nvPr>
        </p:nvSpPr>
        <p:spPr>
          <a:xfrm>
            <a:off x="152400" y="838200"/>
            <a:ext cx="8229600" cy="4876800"/>
          </a:xfrm>
        </p:spPr>
        <p:txBody>
          <a:bodyPr>
            <a:normAutofit/>
          </a:bodyPr>
          <a:lstStyle/>
          <a:p>
            <a:pPr marL="0" indent="0" fontAlgn="base">
              <a:buNone/>
            </a:pPr>
            <a:r>
              <a:rPr lang="en-US" sz="1800" dirty="0"/>
              <a:t>E</a:t>
            </a:r>
            <a:r>
              <a:rPr lang="en-US" sz="1800" dirty="0">
                <a:sym typeface="Wingdings" panose="05000000000000000000" pitchFamily="2" charset="2"/>
              </a:rPr>
              <a:t>T+E|T</a:t>
            </a:r>
          </a:p>
          <a:p>
            <a:pPr marL="0" indent="0" fontAlgn="base">
              <a:buNone/>
            </a:pPr>
            <a:r>
              <a:rPr lang="en-US" sz="1800" dirty="0" err="1">
                <a:sym typeface="Wingdings" panose="05000000000000000000" pitchFamily="2" charset="2"/>
              </a:rPr>
              <a:t>Tid</a:t>
            </a: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r>
              <a:rPr lang="en-US" sz="1800" dirty="0">
                <a:sym typeface="Wingdings" panose="05000000000000000000" pitchFamily="2" charset="2"/>
              </a:rPr>
              <a:t>Step1: augmentation</a:t>
            </a:r>
          </a:p>
          <a:p>
            <a:pPr marL="0" indent="0" fontAlgn="base">
              <a:buNone/>
            </a:pPr>
            <a:r>
              <a:rPr lang="en-US" sz="1800" dirty="0">
                <a:sym typeface="Wingdings" panose="05000000000000000000" pitchFamily="2" charset="2"/>
              </a:rPr>
              <a:t>E’</a:t>
            </a:r>
            <a:r>
              <a:rPr lang="en-US" b="1" dirty="0">
                <a:sym typeface="Wingdings" panose="05000000000000000000" pitchFamily="2" charset="2"/>
              </a:rPr>
              <a:t>.</a:t>
            </a:r>
            <a:r>
              <a:rPr lang="en-US" sz="1800" dirty="0">
                <a:sym typeface="Wingdings" panose="05000000000000000000" pitchFamily="2" charset="2"/>
              </a:rPr>
              <a:t>E</a:t>
            </a:r>
          </a:p>
          <a:p>
            <a:pPr marL="0" indent="0" fontAlgn="base">
              <a:buNone/>
            </a:pPr>
            <a:r>
              <a:rPr lang="en-US" sz="1800" dirty="0">
                <a:sym typeface="Wingdings" panose="05000000000000000000" pitchFamily="2" charset="2"/>
              </a:rPr>
              <a:t>E</a:t>
            </a:r>
            <a:r>
              <a:rPr lang="en-US" sz="1800" b="1" dirty="0">
                <a:sym typeface="Wingdings" panose="05000000000000000000" pitchFamily="2" charset="2"/>
              </a:rPr>
              <a:t> . </a:t>
            </a:r>
            <a:r>
              <a:rPr lang="en-US" sz="1800" dirty="0">
                <a:sym typeface="Wingdings" panose="05000000000000000000" pitchFamily="2" charset="2"/>
              </a:rPr>
              <a:t>T+E</a:t>
            </a:r>
          </a:p>
          <a:p>
            <a:pPr marL="0" indent="0" fontAlgn="base">
              <a:buNone/>
            </a:pPr>
            <a:r>
              <a:rPr lang="en-US" sz="1800" dirty="0">
                <a:sym typeface="Wingdings" panose="05000000000000000000" pitchFamily="2" charset="2"/>
              </a:rPr>
              <a:t>E</a:t>
            </a:r>
            <a:r>
              <a:rPr lang="en-US" sz="1800" b="1" dirty="0">
                <a:sym typeface="Wingdings" panose="05000000000000000000" pitchFamily="2" charset="2"/>
              </a:rPr>
              <a:t> . </a:t>
            </a:r>
            <a:r>
              <a:rPr lang="en-US" sz="1800" dirty="0">
                <a:sym typeface="Wingdings" panose="05000000000000000000" pitchFamily="2" charset="2"/>
              </a:rPr>
              <a:t>T</a:t>
            </a:r>
          </a:p>
          <a:p>
            <a:pPr marL="0" indent="0" fontAlgn="base">
              <a:buNone/>
            </a:pPr>
            <a:r>
              <a:rPr lang="en-US" sz="1800" dirty="0">
                <a:sym typeface="Wingdings" panose="05000000000000000000" pitchFamily="2" charset="2"/>
              </a:rPr>
              <a:t>T.id</a:t>
            </a:r>
            <a:endParaRPr lang="en-US" sz="1800" dirty="0"/>
          </a:p>
        </p:txBody>
      </p:sp>
      <p:graphicFrame>
        <p:nvGraphicFramePr>
          <p:cNvPr id="4" name="Table 3"/>
          <p:cNvGraphicFramePr>
            <a:graphicFrameLocks noGrp="1"/>
          </p:cNvGraphicFramePr>
          <p:nvPr>
            <p:extLst>
              <p:ext uri="{D42A27DB-BD31-4B8C-83A1-F6EECF244321}">
                <p14:modId xmlns:p14="http://schemas.microsoft.com/office/powerpoint/2010/main" val="2286219491"/>
              </p:ext>
            </p:extLst>
          </p:nvPr>
        </p:nvGraphicFramePr>
        <p:xfrm>
          <a:off x="2895600" y="457200"/>
          <a:ext cx="6096000" cy="296164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294640">
                <a:tc>
                  <a:txBody>
                    <a:bodyPr/>
                    <a:lstStyle/>
                    <a:p>
                      <a:endParaRPr lang="en-US" dirty="0"/>
                    </a:p>
                  </a:txBody>
                  <a:tcPr/>
                </a:tc>
                <a:tc>
                  <a:txBody>
                    <a:bodyPr/>
                    <a:lstStyle/>
                    <a:p>
                      <a:r>
                        <a:rPr lang="en-US" dirty="0"/>
                        <a:t>State</a:t>
                      </a:r>
                    </a:p>
                  </a:txBody>
                  <a:tcPr/>
                </a:tc>
                <a:tc gridSpan="2">
                  <a:txBody>
                    <a:bodyPr/>
                    <a:lstStyle/>
                    <a:p>
                      <a:r>
                        <a:rPr lang="en-US" dirty="0"/>
                        <a:t>Actions</a:t>
                      </a:r>
                    </a:p>
                  </a:txBody>
                  <a:tcPr/>
                </a:tc>
                <a:tc hMerge="1">
                  <a:txBody>
                    <a:bodyPr/>
                    <a:lstStyle/>
                    <a:p>
                      <a:endParaRPr lang="en-US"/>
                    </a:p>
                  </a:txBody>
                  <a:tcPr/>
                </a:tc>
                <a:tc gridSpan="2">
                  <a:txBody>
                    <a:bodyPr/>
                    <a:lstStyle/>
                    <a:p>
                      <a:r>
                        <a:rPr lang="en-US" dirty="0" err="1"/>
                        <a:t>Goto</a:t>
                      </a:r>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endParaRPr lang="en-US" dirty="0"/>
                    </a:p>
                  </a:txBody>
                  <a:tcPr/>
                </a:tc>
                <a:tc>
                  <a:txBody>
                    <a:bodyPr/>
                    <a:lstStyle/>
                    <a:p>
                      <a:r>
                        <a:rPr lang="en-US" dirty="0"/>
                        <a:t>+</a:t>
                      </a:r>
                    </a:p>
                  </a:txBody>
                  <a:tcPr/>
                </a:tc>
                <a:tc>
                  <a:txBody>
                    <a:bodyPr/>
                    <a:lstStyle/>
                    <a:p>
                      <a:r>
                        <a:rPr lang="en-US" dirty="0"/>
                        <a:t>id</a:t>
                      </a:r>
                    </a:p>
                  </a:txBody>
                  <a:tcPr/>
                </a:tc>
                <a:tc>
                  <a:txBody>
                    <a:bodyPr/>
                    <a:lstStyle/>
                    <a:p>
                      <a:r>
                        <a:rPr lang="en-US" dirty="0"/>
                        <a:t>E</a:t>
                      </a:r>
                    </a:p>
                  </a:txBody>
                  <a:tcPr/>
                </a:tc>
                <a:tc>
                  <a:txBody>
                    <a:bodyPr/>
                    <a:lstStyle/>
                    <a:p>
                      <a:r>
                        <a:rPr lang="en-US" dirty="0"/>
                        <a:t>T</a:t>
                      </a:r>
                    </a:p>
                  </a:txBody>
                  <a:tcPr/>
                </a:tc>
                <a:extLst>
                  <a:ext uri="{0D108BD9-81ED-4DB2-BD59-A6C34878D82A}">
                    <a16:rowId xmlns:a16="http://schemas.microsoft.com/office/drawing/2014/main" val="10001"/>
                  </a:ext>
                </a:extLst>
              </a:tr>
              <a:tr h="37084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152400" y="2480966"/>
            <a:ext cx="1271789" cy="1524000"/>
          </a:xfrm>
          <a:prstGeom prst="rect">
            <a:avLst/>
          </a:prstGeom>
          <a:noFill/>
          <a:ln>
            <a:solidFill>
              <a:srgbClr val="00B0F0"/>
            </a:solidFill>
          </a:ln>
        </p:spPr>
        <p:txBody>
          <a:bodyPr wrap="square" rtlCol="0">
            <a:spAutoFit/>
          </a:bodyPr>
          <a:lstStyle/>
          <a:p>
            <a:endParaRPr lang="en-US" dirty="0"/>
          </a:p>
        </p:txBody>
      </p:sp>
      <p:sp>
        <p:nvSpPr>
          <p:cNvPr id="7" name="TextBox 6"/>
          <p:cNvSpPr txBox="1"/>
          <p:nvPr/>
        </p:nvSpPr>
        <p:spPr>
          <a:xfrm>
            <a:off x="182987" y="4458374"/>
            <a:ext cx="1271789" cy="1200329"/>
          </a:xfrm>
          <a:prstGeom prst="rect">
            <a:avLst/>
          </a:prstGeom>
          <a:noFill/>
          <a:ln>
            <a:solidFill>
              <a:srgbClr val="00B0F0"/>
            </a:solidFill>
          </a:ln>
        </p:spPr>
        <p:txBody>
          <a:bodyPr wrap="square" rtlCol="0">
            <a:spAutoFit/>
          </a:bodyPr>
          <a:lstStyle/>
          <a:p>
            <a:pPr fontAlgn="base"/>
            <a:r>
              <a:rPr lang="en-US" dirty="0">
                <a:sym typeface="Wingdings" panose="05000000000000000000" pitchFamily="2" charset="2"/>
              </a:rPr>
              <a:t>E’</a:t>
            </a:r>
            <a:r>
              <a:rPr lang="en-US"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spTree>
    <p:extLst>
      <p:ext uri="{BB962C8B-B14F-4D97-AF65-F5344CB8AC3E}">
        <p14:creationId xmlns:p14="http://schemas.microsoft.com/office/powerpoint/2010/main" val="629181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229600" cy="457200"/>
          </a:xfrm>
        </p:spPr>
        <p:txBody>
          <a:bodyPr>
            <a:normAutofit/>
          </a:bodyPr>
          <a:lstStyle/>
          <a:p>
            <a:r>
              <a:rPr lang="en-US" sz="2400" b="1" dirty="0"/>
              <a:t>LR(0) Parser </a:t>
            </a:r>
            <a:endParaRPr lang="en-US" sz="2400" dirty="0"/>
          </a:p>
        </p:txBody>
      </p:sp>
      <p:sp>
        <p:nvSpPr>
          <p:cNvPr id="3" name="Content Placeholder 2"/>
          <p:cNvSpPr>
            <a:spLocks noGrp="1"/>
          </p:cNvSpPr>
          <p:nvPr>
            <p:ph idx="1"/>
          </p:nvPr>
        </p:nvSpPr>
        <p:spPr>
          <a:xfrm>
            <a:off x="152400" y="838200"/>
            <a:ext cx="8229600" cy="4876800"/>
          </a:xfrm>
        </p:spPr>
        <p:txBody>
          <a:bodyPr>
            <a:normAutofit/>
          </a:bodyPr>
          <a:lstStyle/>
          <a:p>
            <a:pPr marL="0" indent="0" fontAlgn="base">
              <a:buNone/>
            </a:pPr>
            <a:r>
              <a:rPr lang="en-US" sz="1800" dirty="0"/>
              <a:t>E</a:t>
            </a:r>
            <a:r>
              <a:rPr lang="en-US" sz="1800" dirty="0">
                <a:sym typeface="Wingdings" panose="05000000000000000000" pitchFamily="2" charset="2"/>
              </a:rPr>
              <a:t>T+E|T</a:t>
            </a:r>
          </a:p>
          <a:p>
            <a:pPr marL="0" indent="0" fontAlgn="base">
              <a:buNone/>
            </a:pPr>
            <a:r>
              <a:rPr lang="en-US" sz="1800" dirty="0" err="1">
                <a:sym typeface="Wingdings" panose="05000000000000000000" pitchFamily="2" charset="2"/>
              </a:rPr>
              <a:t>Tid</a:t>
            </a: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r>
              <a:rPr lang="en-US" sz="1800" dirty="0">
                <a:sym typeface="Wingdings" panose="05000000000000000000" pitchFamily="2" charset="2"/>
              </a:rPr>
              <a:t>Step1: augmentation</a:t>
            </a:r>
          </a:p>
          <a:p>
            <a:pPr marL="0" indent="0" fontAlgn="base">
              <a:buNone/>
            </a:pPr>
            <a:r>
              <a:rPr lang="en-US" sz="1800" dirty="0">
                <a:sym typeface="Wingdings" panose="05000000000000000000" pitchFamily="2" charset="2"/>
              </a:rPr>
              <a:t>E’</a:t>
            </a:r>
            <a:r>
              <a:rPr lang="en-US" b="1" dirty="0">
                <a:sym typeface="Wingdings" panose="05000000000000000000" pitchFamily="2" charset="2"/>
              </a:rPr>
              <a:t>.</a:t>
            </a:r>
            <a:r>
              <a:rPr lang="en-US" sz="1800" dirty="0">
                <a:sym typeface="Wingdings" panose="05000000000000000000" pitchFamily="2" charset="2"/>
              </a:rPr>
              <a:t>E</a:t>
            </a:r>
          </a:p>
          <a:p>
            <a:pPr marL="0" indent="0" fontAlgn="base">
              <a:buNone/>
            </a:pPr>
            <a:r>
              <a:rPr lang="en-US" sz="1800" dirty="0">
                <a:sym typeface="Wingdings" panose="05000000000000000000" pitchFamily="2" charset="2"/>
              </a:rPr>
              <a:t>E</a:t>
            </a:r>
            <a:r>
              <a:rPr lang="en-US" sz="1800" b="1" dirty="0">
                <a:sym typeface="Wingdings" panose="05000000000000000000" pitchFamily="2" charset="2"/>
              </a:rPr>
              <a:t> . </a:t>
            </a:r>
            <a:r>
              <a:rPr lang="en-US" sz="1800" dirty="0">
                <a:sym typeface="Wingdings" panose="05000000000000000000" pitchFamily="2" charset="2"/>
              </a:rPr>
              <a:t>T+E</a:t>
            </a:r>
          </a:p>
          <a:p>
            <a:pPr marL="0" indent="0" fontAlgn="base">
              <a:buNone/>
            </a:pPr>
            <a:r>
              <a:rPr lang="en-US" sz="1800" dirty="0">
                <a:sym typeface="Wingdings" panose="05000000000000000000" pitchFamily="2" charset="2"/>
              </a:rPr>
              <a:t>E</a:t>
            </a:r>
            <a:r>
              <a:rPr lang="en-US" sz="1800" b="1" dirty="0">
                <a:sym typeface="Wingdings" panose="05000000000000000000" pitchFamily="2" charset="2"/>
              </a:rPr>
              <a:t> . </a:t>
            </a:r>
            <a:r>
              <a:rPr lang="en-US" sz="1800" dirty="0">
                <a:sym typeface="Wingdings" panose="05000000000000000000" pitchFamily="2" charset="2"/>
              </a:rPr>
              <a:t>T</a:t>
            </a:r>
          </a:p>
          <a:p>
            <a:pPr marL="0" indent="0" fontAlgn="base">
              <a:buNone/>
            </a:pPr>
            <a:r>
              <a:rPr lang="en-US" sz="1800" dirty="0">
                <a:sym typeface="Wingdings" panose="05000000000000000000" pitchFamily="2" charset="2"/>
              </a:rPr>
              <a:t>T.id</a:t>
            </a:r>
            <a:endParaRPr lang="en-US" sz="1800" dirty="0"/>
          </a:p>
        </p:txBody>
      </p:sp>
      <p:graphicFrame>
        <p:nvGraphicFramePr>
          <p:cNvPr id="4" name="Table 3"/>
          <p:cNvGraphicFramePr>
            <a:graphicFrameLocks noGrp="1"/>
          </p:cNvGraphicFramePr>
          <p:nvPr/>
        </p:nvGraphicFramePr>
        <p:xfrm>
          <a:off x="2895600" y="457200"/>
          <a:ext cx="6096000" cy="296164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294640">
                <a:tc>
                  <a:txBody>
                    <a:bodyPr/>
                    <a:lstStyle/>
                    <a:p>
                      <a:endParaRPr lang="en-US" dirty="0"/>
                    </a:p>
                  </a:txBody>
                  <a:tcPr/>
                </a:tc>
                <a:tc>
                  <a:txBody>
                    <a:bodyPr/>
                    <a:lstStyle/>
                    <a:p>
                      <a:r>
                        <a:rPr lang="en-US" dirty="0"/>
                        <a:t>State</a:t>
                      </a:r>
                    </a:p>
                  </a:txBody>
                  <a:tcPr/>
                </a:tc>
                <a:tc gridSpan="2">
                  <a:txBody>
                    <a:bodyPr/>
                    <a:lstStyle/>
                    <a:p>
                      <a:r>
                        <a:rPr lang="en-US" dirty="0"/>
                        <a:t>Non-Terminals</a:t>
                      </a:r>
                    </a:p>
                  </a:txBody>
                  <a:tcPr/>
                </a:tc>
                <a:tc hMerge="1">
                  <a:txBody>
                    <a:bodyPr/>
                    <a:lstStyle/>
                    <a:p>
                      <a:endParaRPr lang="en-US"/>
                    </a:p>
                  </a:txBody>
                  <a:tcPr/>
                </a:tc>
                <a:tc gridSpan="2">
                  <a:txBody>
                    <a:bodyPr/>
                    <a:lstStyle/>
                    <a:p>
                      <a:r>
                        <a:rPr lang="en-US" dirty="0"/>
                        <a:t>Terminals</a:t>
                      </a: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endParaRPr lang="en-US" dirty="0"/>
                    </a:p>
                  </a:txBody>
                  <a:tcPr/>
                </a:tc>
                <a:tc>
                  <a:txBody>
                    <a:bodyPr/>
                    <a:lstStyle/>
                    <a:p>
                      <a:r>
                        <a:rPr lang="en-US" dirty="0"/>
                        <a:t>+</a:t>
                      </a:r>
                    </a:p>
                  </a:txBody>
                  <a:tcPr/>
                </a:tc>
                <a:tc>
                  <a:txBody>
                    <a:bodyPr/>
                    <a:lstStyle/>
                    <a:p>
                      <a:r>
                        <a:rPr lang="en-US" dirty="0"/>
                        <a:t>id</a:t>
                      </a:r>
                    </a:p>
                  </a:txBody>
                  <a:tcPr/>
                </a:tc>
                <a:tc>
                  <a:txBody>
                    <a:bodyPr/>
                    <a:lstStyle/>
                    <a:p>
                      <a:r>
                        <a:rPr lang="en-US" dirty="0"/>
                        <a:t>E</a:t>
                      </a:r>
                    </a:p>
                  </a:txBody>
                  <a:tcPr/>
                </a:tc>
                <a:tc>
                  <a:txBody>
                    <a:bodyPr/>
                    <a:lstStyle/>
                    <a:p>
                      <a:r>
                        <a:rPr lang="en-US" dirty="0"/>
                        <a:t>T</a:t>
                      </a:r>
                    </a:p>
                  </a:txBody>
                  <a:tcPr/>
                </a:tc>
                <a:extLst>
                  <a:ext uri="{0D108BD9-81ED-4DB2-BD59-A6C34878D82A}">
                    <a16:rowId xmlns:a16="http://schemas.microsoft.com/office/drawing/2014/main" val="10001"/>
                  </a:ext>
                </a:extLst>
              </a:tr>
              <a:tr h="37084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152400" y="2480966"/>
            <a:ext cx="1271789" cy="1524000"/>
          </a:xfrm>
          <a:prstGeom prst="rect">
            <a:avLst/>
          </a:prstGeom>
          <a:noFill/>
          <a:ln>
            <a:solidFill>
              <a:srgbClr val="00B0F0"/>
            </a:solidFill>
          </a:ln>
        </p:spPr>
        <p:txBody>
          <a:bodyPr wrap="square" rtlCol="0">
            <a:spAutoFit/>
          </a:bodyPr>
          <a:lstStyle/>
          <a:p>
            <a:endParaRPr lang="en-US" dirty="0"/>
          </a:p>
        </p:txBody>
      </p:sp>
      <p:sp>
        <p:nvSpPr>
          <p:cNvPr id="6" name="TextBox 5"/>
          <p:cNvSpPr txBox="1"/>
          <p:nvPr/>
        </p:nvSpPr>
        <p:spPr>
          <a:xfrm>
            <a:off x="-9055" y="4130001"/>
            <a:ext cx="2662707" cy="369332"/>
          </a:xfrm>
          <a:prstGeom prst="rect">
            <a:avLst/>
          </a:prstGeom>
          <a:noFill/>
        </p:spPr>
        <p:txBody>
          <a:bodyPr wrap="square" rtlCol="0">
            <a:spAutoFit/>
          </a:bodyPr>
          <a:lstStyle/>
          <a:p>
            <a:r>
              <a:rPr lang="en-US" dirty="0"/>
              <a:t>Canonical Item/State I</a:t>
            </a:r>
            <a:r>
              <a:rPr lang="en-US" baseline="-25000" dirty="0"/>
              <a:t>0</a:t>
            </a:r>
            <a:endParaRPr lang="en-US" dirty="0"/>
          </a:p>
        </p:txBody>
      </p:sp>
      <p:sp>
        <p:nvSpPr>
          <p:cNvPr id="7" name="TextBox 6"/>
          <p:cNvSpPr txBox="1"/>
          <p:nvPr/>
        </p:nvSpPr>
        <p:spPr>
          <a:xfrm>
            <a:off x="182987" y="4458374"/>
            <a:ext cx="1271789" cy="1200329"/>
          </a:xfrm>
          <a:prstGeom prst="rect">
            <a:avLst/>
          </a:prstGeom>
          <a:noFill/>
          <a:ln>
            <a:solidFill>
              <a:srgbClr val="00B0F0"/>
            </a:solidFill>
          </a:ln>
        </p:spPr>
        <p:txBody>
          <a:bodyPr wrap="square" rtlCol="0">
            <a:spAutoFit/>
          </a:bodyPr>
          <a:lstStyle/>
          <a:p>
            <a:pPr fontAlgn="base"/>
            <a:r>
              <a:rPr lang="en-US" dirty="0">
                <a:sym typeface="Wingdings" panose="05000000000000000000" pitchFamily="2" charset="2"/>
              </a:rPr>
              <a:t>E’</a:t>
            </a:r>
            <a:r>
              <a:rPr lang="en-US"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9" name="Straight Arrow Connector 8"/>
          <p:cNvCxnSpPr/>
          <p:nvPr/>
        </p:nvCxnSpPr>
        <p:spPr>
          <a:xfrm>
            <a:off x="1331353" y="4636532"/>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732476" y="4362424"/>
            <a:ext cx="304800" cy="369332"/>
          </a:xfrm>
          <a:prstGeom prst="rect">
            <a:avLst/>
          </a:prstGeom>
          <a:noFill/>
        </p:spPr>
        <p:txBody>
          <a:bodyPr wrap="square" rtlCol="0">
            <a:spAutoFit/>
          </a:bodyPr>
          <a:lstStyle/>
          <a:p>
            <a:r>
              <a:rPr lang="en-US" dirty="0"/>
              <a:t>E</a:t>
            </a:r>
          </a:p>
        </p:txBody>
      </p:sp>
      <p:sp>
        <p:nvSpPr>
          <p:cNvPr id="11" name="TextBox 10"/>
          <p:cNvSpPr txBox="1"/>
          <p:nvPr/>
        </p:nvSpPr>
        <p:spPr>
          <a:xfrm>
            <a:off x="2492197" y="4294282"/>
            <a:ext cx="1275276" cy="369332"/>
          </a:xfrm>
          <a:prstGeom prst="rect">
            <a:avLst/>
          </a:prstGeom>
          <a:noFill/>
          <a:ln>
            <a:solidFill>
              <a:srgbClr val="00B050"/>
            </a:solidFill>
          </a:ln>
        </p:spPr>
        <p:txBody>
          <a:bodyPr wrap="square" rtlCol="0">
            <a:spAutoFit/>
          </a:bodyPr>
          <a:lstStyle/>
          <a:p>
            <a:r>
              <a:rPr lang="en-US" dirty="0">
                <a:sym typeface="Wingdings" panose="05000000000000000000" pitchFamily="2" charset="2"/>
              </a:rPr>
              <a:t>E’E.</a:t>
            </a:r>
          </a:p>
        </p:txBody>
      </p:sp>
      <p:cxnSp>
        <p:nvCxnSpPr>
          <p:cNvPr id="12" name="Straight Arrow Connector 11"/>
          <p:cNvCxnSpPr/>
          <p:nvPr/>
        </p:nvCxnSpPr>
        <p:spPr>
          <a:xfrm>
            <a:off x="1331353" y="5082719"/>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732476" y="4795528"/>
            <a:ext cx="304800" cy="369332"/>
          </a:xfrm>
          <a:prstGeom prst="rect">
            <a:avLst/>
          </a:prstGeom>
          <a:noFill/>
        </p:spPr>
        <p:txBody>
          <a:bodyPr wrap="square" rtlCol="0">
            <a:spAutoFit/>
          </a:bodyPr>
          <a:lstStyle/>
          <a:p>
            <a:r>
              <a:rPr lang="en-US" dirty="0"/>
              <a:t>T</a:t>
            </a:r>
          </a:p>
        </p:txBody>
      </p:sp>
      <p:sp>
        <p:nvSpPr>
          <p:cNvPr id="14" name="TextBox 13"/>
          <p:cNvSpPr txBox="1"/>
          <p:nvPr/>
        </p:nvSpPr>
        <p:spPr>
          <a:xfrm>
            <a:off x="2438400" y="4846588"/>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sp>
        <p:nvSpPr>
          <p:cNvPr id="15" name="TextBox 14"/>
          <p:cNvSpPr txBox="1"/>
          <p:nvPr/>
        </p:nvSpPr>
        <p:spPr>
          <a:xfrm>
            <a:off x="2419081" y="5692586"/>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cxnSp>
        <p:nvCxnSpPr>
          <p:cNvPr id="16" name="Straight Arrow Connector 15"/>
          <p:cNvCxnSpPr/>
          <p:nvPr/>
        </p:nvCxnSpPr>
        <p:spPr>
          <a:xfrm>
            <a:off x="1055262" y="5531809"/>
            <a:ext cx="1076728" cy="4478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1518601">
            <a:off x="1643395" y="5438472"/>
            <a:ext cx="466324" cy="369332"/>
          </a:xfrm>
          <a:prstGeom prst="rect">
            <a:avLst/>
          </a:prstGeom>
          <a:noFill/>
        </p:spPr>
        <p:txBody>
          <a:bodyPr wrap="square" rtlCol="0">
            <a:spAutoFit/>
          </a:bodyPr>
          <a:lstStyle/>
          <a:p>
            <a:r>
              <a:rPr lang="en-US" dirty="0"/>
              <a:t>id</a:t>
            </a:r>
          </a:p>
        </p:txBody>
      </p:sp>
    </p:spTree>
    <p:extLst>
      <p:ext uri="{BB962C8B-B14F-4D97-AF65-F5344CB8AC3E}">
        <p14:creationId xmlns:p14="http://schemas.microsoft.com/office/powerpoint/2010/main" val="114693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p:bldP spid="14" grpId="0" animBg="1"/>
      <p:bldP spid="15"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229600" cy="457200"/>
          </a:xfrm>
        </p:spPr>
        <p:txBody>
          <a:bodyPr>
            <a:normAutofit/>
          </a:bodyPr>
          <a:lstStyle/>
          <a:p>
            <a:r>
              <a:rPr lang="en-US" sz="2400" b="1" dirty="0"/>
              <a:t>LR(0) Parser </a:t>
            </a:r>
            <a:endParaRPr lang="en-US" sz="2400" dirty="0"/>
          </a:p>
        </p:txBody>
      </p:sp>
      <p:sp>
        <p:nvSpPr>
          <p:cNvPr id="3" name="Content Placeholder 2"/>
          <p:cNvSpPr>
            <a:spLocks noGrp="1"/>
          </p:cNvSpPr>
          <p:nvPr>
            <p:ph idx="1"/>
          </p:nvPr>
        </p:nvSpPr>
        <p:spPr>
          <a:xfrm>
            <a:off x="152400" y="838200"/>
            <a:ext cx="8229600" cy="4876800"/>
          </a:xfrm>
        </p:spPr>
        <p:txBody>
          <a:bodyPr>
            <a:normAutofit/>
          </a:bodyPr>
          <a:lstStyle/>
          <a:p>
            <a:pPr marL="0" indent="0" fontAlgn="base">
              <a:buNone/>
            </a:pPr>
            <a:r>
              <a:rPr lang="en-US" sz="1800" dirty="0"/>
              <a:t>E</a:t>
            </a:r>
            <a:r>
              <a:rPr lang="en-US" sz="1800" dirty="0">
                <a:sym typeface="Wingdings" panose="05000000000000000000" pitchFamily="2" charset="2"/>
              </a:rPr>
              <a:t>T+E|T</a:t>
            </a:r>
          </a:p>
          <a:p>
            <a:pPr marL="0" indent="0" fontAlgn="base">
              <a:buNone/>
            </a:pPr>
            <a:r>
              <a:rPr lang="en-US" sz="1800" dirty="0" err="1">
                <a:sym typeface="Wingdings" panose="05000000000000000000" pitchFamily="2" charset="2"/>
              </a:rPr>
              <a:t>Tid</a:t>
            </a: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p:txBody>
      </p:sp>
      <p:sp>
        <p:nvSpPr>
          <p:cNvPr id="6" name="TextBox 5"/>
          <p:cNvSpPr txBox="1"/>
          <p:nvPr/>
        </p:nvSpPr>
        <p:spPr>
          <a:xfrm>
            <a:off x="410623" y="3190492"/>
            <a:ext cx="1019895" cy="369332"/>
          </a:xfrm>
          <a:prstGeom prst="rect">
            <a:avLst/>
          </a:prstGeom>
          <a:noFill/>
        </p:spPr>
        <p:txBody>
          <a:bodyPr wrap="square" rtlCol="0">
            <a:spAutoFit/>
          </a:bodyPr>
          <a:lstStyle/>
          <a:p>
            <a:r>
              <a:rPr lang="en-US" dirty="0"/>
              <a:t>State I</a:t>
            </a:r>
            <a:r>
              <a:rPr lang="en-US" baseline="-25000" dirty="0"/>
              <a:t>0</a:t>
            </a:r>
            <a:endParaRPr lang="en-US" dirty="0"/>
          </a:p>
        </p:txBody>
      </p:sp>
      <p:sp>
        <p:nvSpPr>
          <p:cNvPr id="7" name="TextBox 6"/>
          <p:cNvSpPr txBox="1"/>
          <p:nvPr/>
        </p:nvSpPr>
        <p:spPr>
          <a:xfrm>
            <a:off x="335387" y="1943774"/>
            <a:ext cx="1271789" cy="1200329"/>
          </a:xfrm>
          <a:prstGeom prst="rect">
            <a:avLst/>
          </a:prstGeom>
          <a:noFill/>
          <a:ln>
            <a:solidFill>
              <a:srgbClr val="00B0F0"/>
            </a:solidFill>
          </a:ln>
        </p:spPr>
        <p:txBody>
          <a:bodyPr wrap="square" rtlCol="0">
            <a:spAutoFit/>
          </a:bodyPr>
          <a:lstStyle/>
          <a:p>
            <a:pPr fontAlgn="base"/>
            <a:r>
              <a:rPr lang="en-US" dirty="0">
                <a:sym typeface="Wingdings" panose="05000000000000000000" pitchFamily="2" charset="2"/>
              </a:rPr>
              <a:t>E’</a:t>
            </a:r>
            <a:r>
              <a:rPr lang="en-US"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9" name="Straight Arrow Connector 8"/>
          <p:cNvCxnSpPr/>
          <p:nvPr/>
        </p:nvCxnSpPr>
        <p:spPr>
          <a:xfrm>
            <a:off x="1483753" y="2121932"/>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84876" y="1847824"/>
            <a:ext cx="304800" cy="369332"/>
          </a:xfrm>
          <a:prstGeom prst="rect">
            <a:avLst/>
          </a:prstGeom>
          <a:noFill/>
        </p:spPr>
        <p:txBody>
          <a:bodyPr wrap="square" rtlCol="0">
            <a:spAutoFit/>
          </a:bodyPr>
          <a:lstStyle/>
          <a:p>
            <a:r>
              <a:rPr lang="en-US" dirty="0"/>
              <a:t>E</a:t>
            </a:r>
          </a:p>
        </p:txBody>
      </p:sp>
      <p:sp>
        <p:nvSpPr>
          <p:cNvPr id="11" name="TextBox 10"/>
          <p:cNvSpPr txBox="1"/>
          <p:nvPr/>
        </p:nvSpPr>
        <p:spPr>
          <a:xfrm>
            <a:off x="2612532" y="1793766"/>
            <a:ext cx="1275276" cy="369332"/>
          </a:xfrm>
          <a:prstGeom prst="rect">
            <a:avLst/>
          </a:prstGeom>
          <a:noFill/>
          <a:ln>
            <a:solidFill>
              <a:srgbClr val="00B050"/>
            </a:solidFill>
          </a:ln>
        </p:spPr>
        <p:txBody>
          <a:bodyPr wrap="square" rtlCol="0">
            <a:spAutoFit/>
          </a:bodyPr>
          <a:lstStyle/>
          <a:p>
            <a:r>
              <a:rPr lang="en-US" dirty="0">
                <a:sym typeface="Wingdings" panose="05000000000000000000" pitchFamily="2" charset="2"/>
              </a:rPr>
              <a:t>E’E.</a:t>
            </a:r>
          </a:p>
        </p:txBody>
      </p:sp>
      <p:cxnSp>
        <p:nvCxnSpPr>
          <p:cNvPr id="12" name="Straight Arrow Connector 11"/>
          <p:cNvCxnSpPr/>
          <p:nvPr/>
        </p:nvCxnSpPr>
        <p:spPr>
          <a:xfrm>
            <a:off x="1483753" y="2568119"/>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884876" y="2280928"/>
            <a:ext cx="304800" cy="369332"/>
          </a:xfrm>
          <a:prstGeom prst="rect">
            <a:avLst/>
          </a:prstGeom>
          <a:noFill/>
        </p:spPr>
        <p:txBody>
          <a:bodyPr wrap="square" rtlCol="0">
            <a:spAutoFit/>
          </a:bodyPr>
          <a:lstStyle/>
          <a:p>
            <a:r>
              <a:rPr lang="en-US" dirty="0"/>
              <a:t>T</a:t>
            </a:r>
          </a:p>
        </p:txBody>
      </p:sp>
      <p:sp>
        <p:nvSpPr>
          <p:cNvPr id="14" name="TextBox 13"/>
          <p:cNvSpPr txBox="1"/>
          <p:nvPr/>
        </p:nvSpPr>
        <p:spPr>
          <a:xfrm>
            <a:off x="2590800" y="2331988"/>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sp>
        <p:nvSpPr>
          <p:cNvPr id="15" name="TextBox 14"/>
          <p:cNvSpPr txBox="1"/>
          <p:nvPr/>
        </p:nvSpPr>
        <p:spPr>
          <a:xfrm>
            <a:off x="2571481" y="3177986"/>
            <a:ext cx="1275276" cy="369332"/>
          </a:xfrm>
          <a:prstGeom prst="rect">
            <a:avLst/>
          </a:prstGeom>
          <a:noFill/>
          <a:ln>
            <a:solidFill>
              <a:srgbClr val="00B050"/>
            </a:solidFill>
          </a:ln>
        </p:spPr>
        <p:txBody>
          <a:bodyPr wrap="square" rtlCol="0">
            <a:spAutoFit/>
          </a:bodyPr>
          <a:lstStyle/>
          <a:p>
            <a:r>
              <a:rPr lang="en-US" dirty="0" err="1">
                <a:sym typeface="Wingdings" panose="05000000000000000000" pitchFamily="2" charset="2"/>
              </a:rPr>
              <a:t>Tid</a:t>
            </a:r>
            <a:r>
              <a:rPr lang="en-US" b="1" dirty="0">
                <a:sym typeface="Wingdings" panose="05000000000000000000" pitchFamily="2" charset="2"/>
              </a:rPr>
              <a:t>.</a:t>
            </a:r>
            <a:endParaRPr lang="en-US" dirty="0">
              <a:sym typeface="Wingdings" panose="05000000000000000000" pitchFamily="2" charset="2"/>
            </a:endParaRPr>
          </a:p>
        </p:txBody>
      </p:sp>
      <p:cxnSp>
        <p:nvCxnSpPr>
          <p:cNvPr id="16" name="Straight Arrow Connector 15"/>
          <p:cNvCxnSpPr/>
          <p:nvPr/>
        </p:nvCxnSpPr>
        <p:spPr>
          <a:xfrm>
            <a:off x="1207662" y="3017209"/>
            <a:ext cx="1076728" cy="4478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1518601">
            <a:off x="1795795" y="2923872"/>
            <a:ext cx="466324" cy="369332"/>
          </a:xfrm>
          <a:prstGeom prst="rect">
            <a:avLst/>
          </a:prstGeom>
          <a:noFill/>
        </p:spPr>
        <p:txBody>
          <a:bodyPr wrap="square" rtlCol="0">
            <a:spAutoFit/>
          </a:bodyPr>
          <a:lstStyle/>
          <a:p>
            <a:r>
              <a:rPr lang="en-US" dirty="0"/>
              <a:t>id</a:t>
            </a:r>
          </a:p>
        </p:txBody>
      </p:sp>
      <p:sp>
        <p:nvSpPr>
          <p:cNvPr id="18" name="TextBox 17"/>
          <p:cNvSpPr txBox="1"/>
          <p:nvPr/>
        </p:nvSpPr>
        <p:spPr>
          <a:xfrm>
            <a:off x="2627557" y="3547543"/>
            <a:ext cx="1908062" cy="369332"/>
          </a:xfrm>
          <a:prstGeom prst="rect">
            <a:avLst/>
          </a:prstGeom>
          <a:noFill/>
        </p:spPr>
        <p:txBody>
          <a:bodyPr wrap="square" rtlCol="0">
            <a:spAutoFit/>
          </a:bodyPr>
          <a:lstStyle/>
          <a:p>
            <a:r>
              <a:rPr lang="en-US" dirty="0"/>
              <a:t>Reduced term3</a:t>
            </a:r>
          </a:p>
        </p:txBody>
      </p:sp>
      <p:sp>
        <p:nvSpPr>
          <p:cNvPr id="19" name="TextBox 18"/>
          <p:cNvSpPr txBox="1"/>
          <p:nvPr/>
        </p:nvSpPr>
        <p:spPr>
          <a:xfrm>
            <a:off x="2955509" y="1441507"/>
            <a:ext cx="1908062" cy="369332"/>
          </a:xfrm>
          <a:prstGeom prst="rect">
            <a:avLst/>
          </a:prstGeom>
          <a:noFill/>
        </p:spPr>
        <p:txBody>
          <a:bodyPr wrap="square" rtlCol="0">
            <a:spAutoFit/>
          </a:bodyPr>
          <a:lstStyle/>
          <a:p>
            <a:r>
              <a:rPr lang="en-US" dirty="0"/>
              <a:t>Acceptable term</a:t>
            </a:r>
          </a:p>
        </p:txBody>
      </p:sp>
    </p:spTree>
    <p:extLst>
      <p:ext uri="{BB962C8B-B14F-4D97-AF65-F5344CB8AC3E}">
        <p14:creationId xmlns:p14="http://schemas.microsoft.com/office/powerpoint/2010/main" val="72036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89963"/>
            <a:ext cx="8229600" cy="457200"/>
          </a:xfrm>
        </p:spPr>
        <p:txBody>
          <a:bodyPr>
            <a:normAutofit/>
          </a:bodyPr>
          <a:lstStyle/>
          <a:p>
            <a:r>
              <a:rPr lang="en-US" sz="2400" b="1" dirty="0"/>
              <a:t>LR(0) Parser </a:t>
            </a:r>
            <a:endParaRPr lang="en-US" sz="2400" dirty="0"/>
          </a:p>
        </p:txBody>
      </p:sp>
      <p:sp>
        <p:nvSpPr>
          <p:cNvPr id="3" name="Content Placeholder 2"/>
          <p:cNvSpPr>
            <a:spLocks noGrp="1"/>
          </p:cNvSpPr>
          <p:nvPr>
            <p:ph idx="1"/>
          </p:nvPr>
        </p:nvSpPr>
        <p:spPr>
          <a:xfrm>
            <a:off x="152400" y="838200"/>
            <a:ext cx="8229600" cy="4876800"/>
          </a:xfrm>
        </p:spPr>
        <p:txBody>
          <a:bodyPr>
            <a:normAutofit/>
          </a:bodyPr>
          <a:lstStyle/>
          <a:p>
            <a:pPr marL="0" indent="0" fontAlgn="base">
              <a:buNone/>
            </a:pPr>
            <a:r>
              <a:rPr lang="en-US" sz="1800" dirty="0"/>
              <a:t>E</a:t>
            </a:r>
            <a:r>
              <a:rPr lang="en-US" sz="1800" dirty="0">
                <a:sym typeface="Wingdings" panose="05000000000000000000" pitchFamily="2" charset="2"/>
              </a:rPr>
              <a:t>T+E|T</a:t>
            </a:r>
          </a:p>
          <a:p>
            <a:pPr marL="0" indent="0" fontAlgn="base">
              <a:buNone/>
            </a:pPr>
            <a:r>
              <a:rPr lang="en-US" sz="1800" dirty="0" err="1">
                <a:sym typeface="Wingdings" panose="05000000000000000000" pitchFamily="2" charset="2"/>
              </a:rPr>
              <a:t>Tid</a:t>
            </a: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p:txBody>
      </p:sp>
      <p:sp>
        <p:nvSpPr>
          <p:cNvPr id="6" name="TextBox 5"/>
          <p:cNvSpPr txBox="1"/>
          <p:nvPr/>
        </p:nvSpPr>
        <p:spPr>
          <a:xfrm>
            <a:off x="410623" y="3190492"/>
            <a:ext cx="1019895" cy="369332"/>
          </a:xfrm>
          <a:prstGeom prst="rect">
            <a:avLst/>
          </a:prstGeom>
          <a:noFill/>
        </p:spPr>
        <p:txBody>
          <a:bodyPr wrap="square" rtlCol="0">
            <a:spAutoFit/>
          </a:bodyPr>
          <a:lstStyle/>
          <a:p>
            <a:r>
              <a:rPr lang="en-US" dirty="0"/>
              <a:t>State I</a:t>
            </a:r>
            <a:r>
              <a:rPr lang="en-US" baseline="-25000" dirty="0"/>
              <a:t>0</a:t>
            </a:r>
            <a:endParaRPr lang="en-US" dirty="0"/>
          </a:p>
        </p:txBody>
      </p:sp>
      <p:sp>
        <p:nvSpPr>
          <p:cNvPr id="7" name="TextBox 6"/>
          <p:cNvSpPr txBox="1"/>
          <p:nvPr/>
        </p:nvSpPr>
        <p:spPr>
          <a:xfrm>
            <a:off x="335387" y="1943774"/>
            <a:ext cx="1271789" cy="1200329"/>
          </a:xfrm>
          <a:prstGeom prst="rect">
            <a:avLst/>
          </a:prstGeom>
          <a:noFill/>
          <a:ln>
            <a:solidFill>
              <a:srgbClr val="00B0F0"/>
            </a:solidFill>
          </a:ln>
        </p:spPr>
        <p:txBody>
          <a:bodyPr wrap="square" rtlCol="0">
            <a:spAutoFit/>
          </a:bodyPr>
          <a:lstStyle/>
          <a:p>
            <a:pPr fontAlgn="base"/>
            <a:r>
              <a:rPr lang="en-US" dirty="0">
                <a:sym typeface="Wingdings" panose="05000000000000000000" pitchFamily="2" charset="2"/>
              </a:rPr>
              <a:t>E’</a:t>
            </a:r>
            <a:r>
              <a:rPr lang="en-US"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9" name="Straight Arrow Connector 8"/>
          <p:cNvCxnSpPr/>
          <p:nvPr/>
        </p:nvCxnSpPr>
        <p:spPr>
          <a:xfrm>
            <a:off x="1483753" y="2121932"/>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84876" y="1847824"/>
            <a:ext cx="304800" cy="369332"/>
          </a:xfrm>
          <a:prstGeom prst="rect">
            <a:avLst/>
          </a:prstGeom>
          <a:noFill/>
        </p:spPr>
        <p:txBody>
          <a:bodyPr wrap="square" rtlCol="0">
            <a:spAutoFit/>
          </a:bodyPr>
          <a:lstStyle/>
          <a:p>
            <a:r>
              <a:rPr lang="en-US" dirty="0"/>
              <a:t>E</a:t>
            </a:r>
          </a:p>
        </p:txBody>
      </p:sp>
      <p:sp>
        <p:nvSpPr>
          <p:cNvPr id="11" name="TextBox 10"/>
          <p:cNvSpPr txBox="1"/>
          <p:nvPr/>
        </p:nvSpPr>
        <p:spPr>
          <a:xfrm>
            <a:off x="2612532" y="1793766"/>
            <a:ext cx="1275276" cy="369332"/>
          </a:xfrm>
          <a:prstGeom prst="rect">
            <a:avLst/>
          </a:prstGeom>
          <a:noFill/>
          <a:ln>
            <a:solidFill>
              <a:srgbClr val="00B050"/>
            </a:solidFill>
          </a:ln>
        </p:spPr>
        <p:txBody>
          <a:bodyPr wrap="square" rtlCol="0">
            <a:spAutoFit/>
          </a:bodyPr>
          <a:lstStyle/>
          <a:p>
            <a:r>
              <a:rPr lang="en-US" dirty="0">
                <a:sym typeface="Wingdings" panose="05000000000000000000" pitchFamily="2" charset="2"/>
              </a:rPr>
              <a:t>E’E.</a:t>
            </a:r>
          </a:p>
        </p:txBody>
      </p:sp>
      <p:cxnSp>
        <p:nvCxnSpPr>
          <p:cNvPr id="12" name="Straight Arrow Connector 11"/>
          <p:cNvCxnSpPr/>
          <p:nvPr/>
        </p:nvCxnSpPr>
        <p:spPr>
          <a:xfrm>
            <a:off x="1483753" y="2568119"/>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884876" y="2280928"/>
            <a:ext cx="304800" cy="369332"/>
          </a:xfrm>
          <a:prstGeom prst="rect">
            <a:avLst/>
          </a:prstGeom>
          <a:noFill/>
        </p:spPr>
        <p:txBody>
          <a:bodyPr wrap="square" rtlCol="0">
            <a:spAutoFit/>
          </a:bodyPr>
          <a:lstStyle/>
          <a:p>
            <a:r>
              <a:rPr lang="en-US" dirty="0"/>
              <a:t>T</a:t>
            </a:r>
          </a:p>
        </p:txBody>
      </p:sp>
      <p:sp>
        <p:nvSpPr>
          <p:cNvPr id="14" name="TextBox 13"/>
          <p:cNvSpPr txBox="1"/>
          <p:nvPr/>
        </p:nvSpPr>
        <p:spPr>
          <a:xfrm>
            <a:off x="2590800" y="2331988"/>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sp>
        <p:nvSpPr>
          <p:cNvPr id="15" name="TextBox 14"/>
          <p:cNvSpPr txBox="1"/>
          <p:nvPr/>
        </p:nvSpPr>
        <p:spPr>
          <a:xfrm>
            <a:off x="2571481" y="3177986"/>
            <a:ext cx="1275276" cy="369332"/>
          </a:xfrm>
          <a:prstGeom prst="rect">
            <a:avLst/>
          </a:prstGeom>
          <a:noFill/>
          <a:ln>
            <a:solidFill>
              <a:srgbClr val="00B050"/>
            </a:solidFill>
          </a:ln>
        </p:spPr>
        <p:txBody>
          <a:bodyPr wrap="square" rtlCol="0">
            <a:spAutoFit/>
          </a:bodyPr>
          <a:lstStyle/>
          <a:p>
            <a:r>
              <a:rPr lang="en-US" dirty="0" err="1">
                <a:sym typeface="Wingdings" panose="05000000000000000000" pitchFamily="2" charset="2"/>
              </a:rPr>
              <a:t>Tid</a:t>
            </a:r>
            <a:r>
              <a:rPr lang="en-US" b="1" dirty="0">
                <a:sym typeface="Wingdings" panose="05000000000000000000" pitchFamily="2" charset="2"/>
              </a:rPr>
              <a:t>.</a:t>
            </a:r>
            <a:endParaRPr lang="en-US" dirty="0">
              <a:sym typeface="Wingdings" panose="05000000000000000000" pitchFamily="2" charset="2"/>
            </a:endParaRPr>
          </a:p>
        </p:txBody>
      </p:sp>
      <p:cxnSp>
        <p:nvCxnSpPr>
          <p:cNvPr id="16" name="Straight Arrow Connector 15"/>
          <p:cNvCxnSpPr/>
          <p:nvPr/>
        </p:nvCxnSpPr>
        <p:spPr>
          <a:xfrm>
            <a:off x="1207662" y="3017209"/>
            <a:ext cx="1076728" cy="4478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1518601">
            <a:off x="1795795" y="2923872"/>
            <a:ext cx="466324" cy="369332"/>
          </a:xfrm>
          <a:prstGeom prst="rect">
            <a:avLst/>
          </a:prstGeom>
          <a:noFill/>
        </p:spPr>
        <p:txBody>
          <a:bodyPr wrap="square" rtlCol="0">
            <a:spAutoFit/>
          </a:bodyPr>
          <a:lstStyle/>
          <a:p>
            <a:r>
              <a:rPr lang="en-US" dirty="0"/>
              <a:t>id</a:t>
            </a:r>
          </a:p>
        </p:txBody>
      </p:sp>
      <p:sp>
        <p:nvSpPr>
          <p:cNvPr id="18" name="TextBox 17"/>
          <p:cNvSpPr txBox="1"/>
          <p:nvPr/>
        </p:nvSpPr>
        <p:spPr>
          <a:xfrm>
            <a:off x="2627557" y="3547543"/>
            <a:ext cx="1908062" cy="369332"/>
          </a:xfrm>
          <a:prstGeom prst="rect">
            <a:avLst/>
          </a:prstGeom>
          <a:noFill/>
        </p:spPr>
        <p:txBody>
          <a:bodyPr wrap="square" rtlCol="0">
            <a:spAutoFit/>
          </a:bodyPr>
          <a:lstStyle/>
          <a:p>
            <a:r>
              <a:rPr lang="en-US" dirty="0"/>
              <a:t>Reduced term3</a:t>
            </a:r>
          </a:p>
        </p:txBody>
      </p:sp>
      <p:sp>
        <p:nvSpPr>
          <p:cNvPr id="19" name="TextBox 18"/>
          <p:cNvSpPr txBox="1"/>
          <p:nvPr/>
        </p:nvSpPr>
        <p:spPr>
          <a:xfrm>
            <a:off x="2955509" y="1441507"/>
            <a:ext cx="1908062" cy="369332"/>
          </a:xfrm>
          <a:prstGeom prst="rect">
            <a:avLst/>
          </a:prstGeom>
          <a:noFill/>
        </p:spPr>
        <p:txBody>
          <a:bodyPr wrap="square" rtlCol="0">
            <a:spAutoFit/>
          </a:bodyPr>
          <a:lstStyle/>
          <a:p>
            <a:r>
              <a:rPr lang="en-US" dirty="0"/>
              <a:t>Acceptable term</a:t>
            </a:r>
          </a:p>
        </p:txBody>
      </p:sp>
      <p:cxnSp>
        <p:nvCxnSpPr>
          <p:cNvPr id="20" name="Straight Arrow Connector 19"/>
          <p:cNvCxnSpPr/>
          <p:nvPr/>
        </p:nvCxnSpPr>
        <p:spPr>
          <a:xfrm flipV="1">
            <a:off x="3892018" y="2568119"/>
            <a:ext cx="803855" cy="71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962400" y="2261279"/>
            <a:ext cx="304800" cy="369332"/>
          </a:xfrm>
          <a:prstGeom prst="rect">
            <a:avLst/>
          </a:prstGeom>
          <a:noFill/>
        </p:spPr>
        <p:txBody>
          <a:bodyPr wrap="square" rtlCol="0">
            <a:spAutoFit/>
          </a:bodyPr>
          <a:lstStyle/>
          <a:p>
            <a:r>
              <a:rPr lang="en-US" dirty="0"/>
              <a:t>+</a:t>
            </a:r>
          </a:p>
        </p:txBody>
      </p:sp>
      <p:sp>
        <p:nvSpPr>
          <p:cNvPr id="23" name="TextBox 22"/>
          <p:cNvSpPr txBox="1"/>
          <p:nvPr/>
        </p:nvSpPr>
        <p:spPr>
          <a:xfrm>
            <a:off x="4693726" y="2311706"/>
            <a:ext cx="1774871" cy="1231106"/>
          </a:xfrm>
          <a:prstGeom prst="rect">
            <a:avLst/>
          </a:prstGeom>
          <a:noFill/>
          <a:ln>
            <a:solidFill>
              <a:srgbClr val="FFC00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24" name="Straight Arrow Connector 23"/>
          <p:cNvCxnSpPr/>
          <p:nvPr/>
        </p:nvCxnSpPr>
        <p:spPr>
          <a:xfrm flipV="1">
            <a:off x="6463499" y="2552595"/>
            <a:ext cx="803855" cy="71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533881" y="2245755"/>
            <a:ext cx="304800" cy="369332"/>
          </a:xfrm>
          <a:prstGeom prst="rect">
            <a:avLst/>
          </a:prstGeom>
          <a:noFill/>
        </p:spPr>
        <p:txBody>
          <a:bodyPr wrap="square" rtlCol="0">
            <a:spAutoFit/>
          </a:bodyPr>
          <a:lstStyle/>
          <a:p>
            <a:r>
              <a:rPr lang="en-US" dirty="0"/>
              <a:t>E</a:t>
            </a:r>
          </a:p>
        </p:txBody>
      </p:sp>
      <p:sp>
        <p:nvSpPr>
          <p:cNvPr id="26" name="TextBox 25"/>
          <p:cNvSpPr txBox="1"/>
          <p:nvPr/>
        </p:nvSpPr>
        <p:spPr>
          <a:xfrm>
            <a:off x="7274867" y="2261279"/>
            <a:ext cx="1774871" cy="369332"/>
          </a:xfrm>
          <a:prstGeom prst="rect">
            <a:avLst/>
          </a:prstGeom>
          <a:noFill/>
          <a:ln>
            <a:solidFill>
              <a:schemeClr val="tx2"/>
            </a:solidFill>
          </a:ln>
        </p:spPr>
        <p:txBody>
          <a:bodyPr wrap="square" rtlCol="0">
            <a:spAutoFit/>
          </a:bodyPr>
          <a:lstStyle/>
          <a:p>
            <a:r>
              <a:rPr lang="en-US" dirty="0">
                <a:sym typeface="Wingdings" panose="05000000000000000000" pitchFamily="2" charset="2"/>
              </a:rPr>
              <a:t>ET+E.</a:t>
            </a:r>
          </a:p>
        </p:txBody>
      </p:sp>
      <p:cxnSp>
        <p:nvCxnSpPr>
          <p:cNvPr id="29" name="Straight Arrow Connector 28"/>
          <p:cNvCxnSpPr/>
          <p:nvPr/>
        </p:nvCxnSpPr>
        <p:spPr>
          <a:xfrm>
            <a:off x="6427899" y="2860996"/>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829022" y="2573805"/>
            <a:ext cx="304800" cy="369332"/>
          </a:xfrm>
          <a:prstGeom prst="rect">
            <a:avLst/>
          </a:prstGeom>
          <a:noFill/>
        </p:spPr>
        <p:txBody>
          <a:bodyPr wrap="square" rtlCol="0">
            <a:spAutoFit/>
          </a:bodyPr>
          <a:lstStyle/>
          <a:p>
            <a:r>
              <a:rPr lang="en-US" dirty="0"/>
              <a:t>T</a:t>
            </a:r>
          </a:p>
        </p:txBody>
      </p:sp>
      <p:sp>
        <p:nvSpPr>
          <p:cNvPr id="31" name="TextBox 30"/>
          <p:cNvSpPr txBox="1"/>
          <p:nvPr/>
        </p:nvSpPr>
        <p:spPr>
          <a:xfrm>
            <a:off x="7534946" y="2624865"/>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spTree>
    <p:extLst>
      <p:ext uri="{BB962C8B-B14F-4D97-AF65-F5344CB8AC3E}">
        <p14:creationId xmlns:p14="http://schemas.microsoft.com/office/powerpoint/2010/main" val="244802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animBg="1"/>
      <p:bldP spid="25" grpId="0"/>
      <p:bldP spid="26" grpId="0" animBg="1"/>
      <p:bldP spid="30" grpId="0"/>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80322"/>
            <a:ext cx="8229600" cy="457200"/>
          </a:xfrm>
        </p:spPr>
        <p:txBody>
          <a:bodyPr>
            <a:normAutofit/>
          </a:bodyPr>
          <a:lstStyle/>
          <a:p>
            <a:r>
              <a:rPr lang="en-US" sz="2000" b="1" dirty="0"/>
              <a:t>LR(0) Parser </a:t>
            </a:r>
            <a:endParaRPr lang="en-US" sz="2000" dirty="0"/>
          </a:p>
        </p:txBody>
      </p:sp>
      <p:sp>
        <p:nvSpPr>
          <p:cNvPr id="3" name="Content Placeholder 2"/>
          <p:cNvSpPr>
            <a:spLocks noGrp="1"/>
          </p:cNvSpPr>
          <p:nvPr>
            <p:ph idx="1"/>
          </p:nvPr>
        </p:nvSpPr>
        <p:spPr>
          <a:xfrm>
            <a:off x="152400" y="588959"/>
            <a:ext cx="8229600" cy="4876800"/>
          </a:xfrm>
        </p:spPr>
        <p:txBody>
          <a:bodyPr>
            <a:normAutofit/>
          </a:bodyPr>
          <a:lstStyle/>
          <a:p>
            <a:pPr marL="0" indent="0" fontAlgn="base">
              <a:buNone/>
            </a:pPr>
            <a:r>
              <a:rPr lang="en-US" sz="1800" dirty="0"/>
              <a:t>E</a:t>
            </a:r>
            <a:r>
              <a:rPr lang="en-US" sz="1800" dirty="0">
                <a:sym typeface="Wingdings" panose="05000000000000000000" pitchFamily="2" charset="2"/>
              </a:rPr>
              <a:t>T+E|T</a:t>
            </a:r>
          </a:p>
          <a:p>
            <a:pPr marL="0" indent="0" fontAlgn="base">
              <a:buNone/>
            </a:pPr>
            <a:r>
              <a:rPr lang="en-US" sz="1800" dirty="0" err="1">
                <a:sym typeface="Wingdings" panose="05000000000000000000" pitchFamily="2" charset="2"/>
              </a:rPr>
              <a:t>Tid</a:t>
            </a: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p:txBody>
      </p:sp>
      <p:sp>
        <p:nvSpPr>
          <p:cNvPr id="6" name="TextBox 5"/>
          <p:cNvSpPr txBox="1"/>
          <p:nvPr/>
        </p:nvSpPr>
        <p:spPr>
          <a:xfrm>
            <a:off x="350714" y="2590570"/>
            <a:ext cx="1019895" cy="369332"/>
          </a:xfrm>
          <a:prstGeom prst="rect">
            <a:avLst/>
          </a:prstGeom>
          <a:noFill/>
        </p:spPr>
        <p:txBody>
          <a:bodyPr wrap="square" rtlCol="0">
            <a:spAutoFit/>
          </a:bodyPr>
          <a:lstStyle/>
          <a:p>
            <a:r>
              <a:rPr lang="en-US" dirty="0"/>
              <a:t>State I</a:t>
            </a:r>
            <a:r>
              <a:rPr lang="en-US" baseline="-25000" dirty="0"/>
              <a:t>0</a:t>
            </a:r>
            <a:endParaRPr lang="en-US" dirty="0"/>
          </a:p>
        </p:txBody>
      </p:sp>
      <p:sp>
        <p:nvSpPr>
          <p:cNvPr id="7" name="TextBox 6"/>
          <p:cNvSpPr txBox="1"/>
          <p:nvPr/>
        </p:nvSpPr>
        <p:spPr>
          <a:xfrm>
            <a:off x="275478" y="1343852"/>
            <a:ext cx="1271789" cy="1200329"/>
          </a:xfrm>
          <a:prstGeom prst="rect">
            <a:avLst/>
          </a:prstGeom>
          <a:noFill/>
          <a:ln>
            <a:solidFill>
              <a:srgbClr val="00B0F0"/>
            </a:solidFill>
          </a:ln>
        </p:spPr>
        <p:txBody>
          <a:bodyPr wrap="square" rtlCol="0">
            <a:spAutoFit/>
          </a:bodyPr>
          <a:lstStyle/>
          <a:p>
            <a:pPr fontAlgn="base"/>
            <a:r>
              <a:rPr lang="en-US" dirty="0">
                <a:sym typeface="Wingdings" panose="05000000000000000000" pitchFamily="2" charset="2"/>
              </a:rPr>
              <a:t>E’</a:t>
            </a:r>
            <a:r>
              <a:rPr lang="en-US"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9" name="Straight Arrow Connector 8"/>
          <p:cNvCxnSpPr/>
          <p:nvPr/>
        </p:nvCxnSpPr>
        <p:spPr>
          <a:xfrm>
            <a:off x="1423844" y="1522010"/>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24967" y="1247902"/>
            <a:ext cx="304800" cy="369332"/>
          </a:xfrm>
          <a:prstGeom prst="rect">
            <a:avLst/>
          </a:prstGeom>
          <a:noFill/>
        </p:spPr>
        <p:txBody>
          <a:bodyPr wrap="square" rtlCol="0">
            <a:spAutoFit/>
          </a:bodyPr>
          <a:lstStyle/>
          <a:p>
            <a:r>
              <a:rPr lang="en-US" dirty="0"/>
              <a:t>E</a:t>
            </a:r>
          </a:p>
        </p:txBody>
      </p:sp>
      <p:sp>
        <p:nvSpPr>
          <p:cNvPr id="11" name="TextBox 10"/>
          <p:cNvSpPr txBox="1"/>
          <p:nvPr/>
        </p:nvSpPr>
        <p:spPr>
          <a:xfrm>
            <a:off x="2552623" y="1193844"/>
            <a:ext cx="1275276" cy="369332"/>
          </a:xfrm>
          <a:prstGeom prst="rect">
            <a:avLst/>
          </a:prstGeom>
          <a:noFill/>
          <a:ln>
            <a:solidFill>
              <a:srgbClr val="00B050"/>
            </a:solidFill>
          </a:ln>
        </p:spPr>
        <p:txBody>
          <a:bodyPr wrap="square" rtlCol="0">
            <a:spAutoFit/>
          </a:bodyPr>
          <a:lstStyle/>
          <a:p>
            <a:r>
              <a:rPr lang="en-US" dirty="0">
                <a:sym typeface="Wingdings" panose="05000000000000000000" pitchFamily="2" charset="2"/>
              </a:rPr>
              <a:t>E’E.</a:t>
            </a:r>
          </a:p>
        </p:txBody>
      </p:sp>
      <p:cxnSp>
        <p:nvCxnSpPr>
          <p:cNvPr id="12" name="Straight Arrow Connector 11"/>
          <p:cNvCxnSpPr/>
          <p:nvPr/>
        </p:nvCxnSpPr>
        <p:spPr>
          <a:xfrm>
            <a:off x="1423844" y="1968197"/>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824967" y="1681006"/>
            <a:ext cx="304800" cy="369332"/>
          </a:xfrm>
          <a:prstGeom prst="rect">
            <a:avLst/>
          </a:prstGeom>
          <a:noFill/>
        </p:spPr>
        <p:txBody>
          <a:bodyPr wrap="square" rtlCol="0">
            <a:spAutoFit/>
          </a:bodyPr>
          <a:lstStyle/>
          <a:p>
            <a:r>
              <a:rPr lang="en-US" dirty="0"/>
              <a:t>T</a:t>
            </a:r>
          </a:p>
        </p:txBody>
      </p:sp>
      <p:sp>
        <p:nvSpPr>
          <p:cNvPr id="14" name="TextBox 13"/>
          <p:cNvSpPr txBox="1"/>
          <p:nvPr/>
        </p:nvSpPr>
        <p:spPr>
          <a:xfrm>
            <a:off x="2530891" y="1732066"/>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sp>
        <p:nvSpPr>
          <p:cNvPr id="15" name="TextBox 14"/>
          <p:cNvSpPr txBox="1"/>
          <p:nvPr/>
        </p:nvSpPr>
        <p:spPr>
          <a:xfrm>
            <a:off x="2511572" y="2578064"/>
            <a:ext cx="1275276" cy="369332"/>
          </a:xfrm>
          <a:prstGeom prst="rect">
            <a:avLst/>
          </a:prstGeom>
          <a:noFill/>
          <a:ln>
            <a:solidFill>
              <a:srgbClr val="00B050"/>
            </a:solidFill>
          </a:ln>
        </p:spPr>
        <p:txBody>
          <a:bodyPr wrap="square" rtlCol="0">
            <a:spAutoFit/>
          </a:bodyPr>
          <a:lstStyle/>
          <a:p>
            <a:r>
              <a:rPr lang="en-US" dirty="0" err="1">
                <a:sym typeface="Wingdings" panose="05000000000000000000" pitchFamily="2" charset="2"/>
              </a:rPr>
              <a:t>Tid</a:t>
            </a:r>
            <a:r>
              <a:rPr lang="en-US" b="1" dirty="0">
                <a:sym typeface="Wingdings" panose="05000000000000000000" pitchFamily="2" charset="2"/>
              </a:rPr>
              <a:t>.</a:t>
            </a:r>
            <a:endParaRPr lang="en-US" dirty="0">
              <a:sym typeface="Wingdings" panose="05000000000000000000" pitchFamily="2" charset="2"/>
            </a:endParaRPr>
          </a:p>
        </p:txBody>
      </p:sp>
      <p:cxnSp>
        <p:nvCxnSpPr>
          <p:cNvPr id="16" name="Straight Arrow Connector 15"/>
          <p:cNvCxnSpPr/>
          <p:nvPr/>
        </p:nvCxnSpPr>
        <p:spPr>
          <a:xfrm>
            <a:off x="1147753" y="2417287"/>
            <a:ext cx="1076728" cy="4478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1518601">
            <a:off x="1735886" y="2323950"/>
            <a:ext cx="466324" cy="369332"/>
          </a:xfrm>
          <a:prstGeom prst="rect">
            <a:avLst/>
          </a:prstGeom>
          <a:noFill/>
        </p:spPr>
        <p:txBody>
          <a:bodyPr wrap="square" rtlCol="0">
            <a:spAutoFit/>
          </a:bodyPr>
          <a:lstStyle/>
          <a:p>
            <a:r>
              <a:rPr lang="en-US" dirty="0"/>
              <a:t>id</a:t>
            </a:r>
          </a:p>
        </p:txBody>
      </p:sp>
      <p:sp>
        <p:nvSpPr>
          <p:cNvPr id="18" name="TextBox 17"/>
          <p:cNvSpPr txBox="1"/>
          <p:nvPr/>
        </p:nvSpPr>
        <p:spPr>
          <a:xfrm>
            <a:off x="2567647" y="2947621"/>
            <a:ext cx="2339893" cy="369332"/>
          </a:xfrm>
          <a:prstGeom prst="rect">
            <a:avLst/>
          </a:prstGeom>
          <a:noFill/>
        </p:spPr>
        <p:txBody>
          <a:bodyPr wrap="square" rtlCol="0">
            <a:spAutoFit/>
          </a:bodyPr>
          <a:lstStyle/>
          <a:p>
            <a:r>
              <a:rPr lang="en-US" dirty="0"/>
              <a:t>Reduced term3 R</a:t>
            </a:r>
            <a:r>
              <a:rPr lang="en-US" baseline="-25000" dirty="0"/>
              <a:t>3</a:t>
            </a:r>
            <a:endParaRPr lang="en-US" dirty="0"/>
          </a:p>
        </p:txBody>
      </p:sp>
      <p:sp>
        <p:nvSpPr>
          <p:cNvPr id="19" name="TextBox 18"/>
          <p:cNvSpPr txBox="1"/>
          <p:nvPr/>
        </p:nvSpPr>
        <p:spPr>
          <a:xfrm>
            <a:off x="2895599" y="841585"/>
            <a:ext cx="2744827" cy="369332"/>
          </a:xfrm>
          <a:prstGeom prst="rect">
            <a:avLst/>
          </a:prstGeom>
          <a:noFill/>
        </p:spPr>
        <p:txBody>
          <a:bodyPr wrap="square" rtlCol="0">
            <a:spAutoFit/>
          </a:bodyPr>
          <a:lstStyle/>
          <a:p>
            <a:r>
              <a:rPr lang="en-US" dirty="0"/>
              <a:t>Acceptance state (AS)</a:t>
            </a:r>
          </a:p>
        </p:txBody>
      </p:sp>
      <p:cxnSp>
        <p:nvCxnSpPr>
          <p:cNvPr id="20" name="Straight Arrow Connector 19"/>
          <p:cNvCxnSpPr/>
          <p:nvPr/>
        </p:nvCxnSpPr>
        <p:spPr>
          <a:xfrm flipV="1">
            <a:off x="3832109" y="1968197"/>
            <a:ext cx="803855" cy="71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902491" y="1661357"/>
            <a:ext cx="304800" cy="369332"/>
          </a:xfrm>
          <a:prstGeom prst="rect">
            <a:avLst/>
          </a:prstGeom>
          <a:noFill/>
        </p:spPr>
        <p:txBody>
          <a:bodyPr wrap="square" rtlCol="0">
            <a:spAutoFit/>
          </a:bodyPr>
          <a:lstStyle/>
          <a:p>
            <a:r>
              <a:rPr lang="en-US" dirty="0"/>
              <a:t>+</a:t>
            </a:r>
          </a:p>
        </p:txBody>
      </p:sp>
      <p:sp>
        <p:nvSpPr>
          <p:cNvPr id="23" name="TextBox 22"/>
          <p:cNvSpPr txBox="1"/>
          <p:nvPr/>
        </p:nvSpPr>
        <p:spPr>
          <a:xfrm>
            <a:off x="4633817" y="1711784"/>
            <a:ext cx="1774871" cy="1231106"/>
          </a:xfrm>
          <a:prstGeom prst="rect">
            <a:avLst/>
          </a:prstGeom>
          <a:noFill/>
          <a:ln>
            <a:solidFill>
              <a:srgbClr val="FFC00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24" name="Straight Arrow Connector 23"/>
          <p:cNvCxnSpPr/>
          <p:nvPr/>
        </p:nvCxnSpPr>
        <p:spPr>
          <a:xfrm flipV="1">
            <a:off x="6403590" y="1952673"/>
            <a:ext cx="803855" cy="71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473972" y="1645833"/>
            <a:ext cx="304800" cy="369332"/>
          </a:xfrm>
          <a:prstGeom prst="rect">
            <a:avLst/>
          </a:prstGeom>
          <a:noFill/>
        </p:spPr>
        <p:txBody>
          <a:bodyPr wrap="square" rtlCol="0">
            <a:spAutoFit/>
          </a:bodyPr>
          <a:lstStyle/>
          <a:p>
            <a:r>
              <a:rPr lang="en-US" dirty="0"/>
              <a:t>E</a:t>
            </a:r>
          </a:p>
        </p:txBody>
      </p:sp>
      <p:sp>
        <p:nvSpPr>
          <p:cNvPr id="26" name="TextBox 25"/>
          <p:cNvSpPr txBox="1"/>
          <p:nvPr/>
        </p:nvSpPr>
        <p:spPr>
          <a:xfrm>
            <a:off x="7214958" y="1661357"/>
            <a:ext cx="1774871" cy="369332"/>
          </a:xfrm>
          <a:prstGeom prst="rect">
            <a:avLst/>
          </a:prstGeom>
          <a:noFill/>
          <a:ln>
            <a:solidFill>
              <a:schemeClr val="tx2"/>
            </a:solidFill>
          </a:ln>
        </p:spPr>
        <p:txBody>
          <a:bodyPr wrap="square" rtlCol="0">
            <a:spAutoFit/>
          </a:bodyPr>
          <a:lstStyle/>
          <a:p>
            <a:r>
              <a:rPr lang="en-US" dirty="0">
                <a:sym typeface="Wingdings" panose="05000000000000000000" pitchFamily="2" charset="2"/>
              </a:rPr>
              <a:t>ET+E.</a:t>
            </a:r>
          </a:p>
        </p:txBody>
      </p:sp>
      <p:sp>
        <p:nvSpPr>
          <p:cNvPr id="28" name="TextBox 27"/>
          <p:cNvSpPr txBox="1"/>
          <p:nvPr/>
        </p:nvSpPr>
        <p:spPr>
          <a:xfrm>
            <a:off x="6991188" y="1276501"/>
            <a:ext cx="2278799" cy="369332"/>
          </a:xfrm>
          <a:prstGeom prst="rect">
            <a:avLst/>
          </a:prstGeom>
          <a:noFill/>
        </p:spPr>
        <p:txBody>
          <a:bodyPr wrap="square" rtlCol="0">
            <a:spAutoFit/>
          </a:bodyPr>
          <a:lstStyle/>
          <a:p>
            <a:r>
              <a:rPr lang="en-US" dirty="0"/>
              <a:t>Reduced term1 R</a:t>
            </a:r>
            <a:r>
              <a:rPr lang="en-US" baseline="-25000" dirty="0"/>
              <a:t>1</a:t>
            </a:r>
            <a:endParaRPr lang="en-US" dirty="0"/>
          </a:p>
        </p:txBody>
      </p:sp>
      <p:cxnSp>
        <p:nvCxnSpPr>
          <p:cNvPr id="32" name="Straight Arrow Connector 31"/>
          <p:cNvCxnSpPr/>
          <p:nvPr/>
        </p:nvCxnSpPr>
        <p:spPr>
          <a:xfrm flipH="1">
            <a:off x="3786848" y="2231767"/>
            <a:ext cx="846969" cy="1022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006124" y="1964511"/>
            <a:ext cx="304800" cy="369332"/>
          </a:xfrm>
          <a:prstGeom prst="rect">
            <a:avLst/>
          </a:prstGeom>
          <a:noFill/>
        </p:spPr>
        <p:txBody>
          <a:bodyPr wrap="square" rtlCol="0">
            <a:spAutoFit/>
          </a:bodyPr>
          <a:lstStyle/>
          <a:p>
            <a:r>
              <a:rPr lang="en-US" dirty="0"/>
              <a:t>T</a:t>
            </a:r>
          </a:p>
        </p:txBody>
      </p:sp>
      <p:cxnSp>
        <p:nvCxnSpPr>
          <p:cNvPr id="34" name="Straight Arrow Connector 33"/>
          <p:cNvCxnSpPr/>
          <p:nvPr/>
        </p:nvCxnSpPr>
        <p:spPr>
          <a:xfrm flipH="1">
            <a:off x="3745650" y="2822869"/>
            <a:ext cx="846969" cy="1022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992408" y="2502089"/>
            <a:ext cx="394074" cy="369332"/>
          </a:xfrm>
          <a:prstGeom prst="rect">
            <a:avLst/>
          </a:prstGeom>
          <a:noFill/>
        </p:spPr>
        <p:txBody>
          <a:bodyPr wrap="square" rtlCol="0">
            <a:spAutoFit/>
          </a:bodyPr>
          <a:lstStyle/>
          <a:p>
            <a:r>
              <a:rPr lang="en-US" dirty="0"/>
              <a:t>id</a:t>
            </a:r>
          </a:p>
        </p:txBody>
      </p:sp>
      <p:sp>
        <p:nvSpPr>
          <p:cNvPr id="36" name="TextBox 35"/>
          <p:cNvSpPr txBox="1"/>
          <p:nvPr/>
        </p:nvSpPr>
        <p:spPr>
          <a:xfrm>
            <a:off x="3740808" y="1185544"/>
            <a:ext cx="428582" cy="369332"/>
          </a:xfrm>
          <a:prstGeom prst="rect">
            <a:avLst/>
          </a:prstGeom>
          <a:noFill/>
        </p:spPr>
        <p:txBody>
          <a:bodyPr wrap="square" rtlCol="0">
            <a:spAutoFit/>
          </a:bodyPr>
          <a:lstStyle/>
          <a:p>
            <a:r>
              <a:rPr lang="en-US" dirty="0"/>
              <a:t>I</a:t>
            </a:r>
            <a:r>
              <a:rPr lang="en-US" baseline="-25000" dirty="0"/>
              <a:t>1</a:t>
            </a:r>
            <a:endParaRPr lang="en-US" dirty="0"/>
          </a:p>
        </p:txBody>
      </p:sp>
      <p:sp>
        <p:nvSpPr>
          <p:cNvPr id="37" name="TextBox 36"/>
          <p:cNvSpPr txBox="1"/>
          <p:nvPr/>
        </p:nvSpPr>
        <p:spPr>
          <a:xfrm>
            <a:off x="2256720" y="2058105"/>
            <a:ext cx="428582" cy="369332"/>
          </a:xfrm>
          <a:prstGeom prst="rect">
            <a:avLst/>
          </a:prstGeom>
          <a:noFill/>
        </p:spPr>
        <p:txBody>
          <a:bodyPr wrap="square" rtlCol="0">
            <a:spAutoFit/>
          </a:bodyPr>
          <a:lstStyle/>
          <a:p>
            <a:r>
              <a:rPr lang="en-US" dirty="0"/>
              <a:t>I</a:t>
            </a:r>
            <a:r>
              <a:rPr lang="en-US" baseline="-25000" dirty="0"/>
              <a:t>2</a:t>
            </a:r>
            <a:endParaRPr lang="en-US" dirty="0"/>
          </a:p>
        </p:txBody>
      </p:sp>
      <p:sp>
        <p:nvSpPr>
          <p:cNvPr id="38" name="TextBox 37"/>
          <p:cNvSpPr txBox="1"/>
          <p:nvPr/>
        </p:nvSpPr>
        <p:spPr>
          <a:xfrm>
            <a:off x="2256720" y="2662242"/>
            <a:ext cx="428582" cy="369332"/>
          </a:xfrm>
          <a:prstGeom prst="rect">
            <a:avLst/>
          </a:prstGeom>
          <a:noFill/>
        </p:spPr>
        <p:txBody>
          <a:bodyPr wrap="square" rtlCol="0">
            <a:spAutoFit/>
          </a:bodyPr>
          <a:lstStyle/>
          <a:p>
            <a:r>
              <a:rPr lang="en-US" dirty="0"/>
              <a:t>I</a:t>
            </a:r>
            <a:r>
              <a:rPr lang="en-US" baseline="-25000" dirty="0"/>
              <a:t>3</a:t>
            </a:r>
            <a:endParaRPr lang="en-US" dirty="0"/>
          </a:p>
        </p:txBody>
      </p:sp>
      <p:sp>
        <p:nvSpPr>
          <p:cNvPr id="39" name="TextBox 38"/>
          <p:cNvSpPr txBox="1"/>
          <p:nvPr/>
        </p:nvSpPr>
        <p:spPr>
          <a:xfrm>
            <a:off x="5057927" y="1378510"/>
            <a:ext cx="428582" cy="369332"/>
          </a:xfrm>
          <a:prstGeom prst="rect">
            <a:avLst/>
          </a:prstGeom>
          <a:noFill/>
        </p:spPr>
        <p:txBody>
          <a:bodyPr wrap="square" rtlCol="0">
            <a:spAutoFit/>
          </a:bodyPr>
          <a:lstStyle/>
          <a:p>
            <a:r>
              <a:rPr lang="en-US" dirty="0"/>
              <a:t>I</a:t>
            </a:r>
            <a:r>
              <a:rPr lang="en-US" baseline="-25000" dirty="0"/>
              <a:t>4</a:t>
            </a:r>
            <a:endParaRPr lang="en-US" dirty="0"/>
          </a:p>
        </p:txBody>
      </p:sp>
      <p:sp>
        <p:nvSpPr>
          <p:cNvPr id="40" name="TextBox 39"/>
          <p:cNvSpPr txBox="1"/>
          <p:nvPr/>
        </p:nvSpPr>
        <p:spPr>
          <a:xfrm>
            <a:off x="7884820" y="1998423"/>
            <a:ext cx="428582" cy="369332"/>
          </a:xfrm>
          <a:prstGeom prst="rect">
            <a:avLst/>
          </a:prstGeom>
          <a:noFill/>
        </p:spPr>
        <p:txBody>
          <a:bodyPr wrap="square" rtlCol="0">
            <a:spAutoFit/>
          </a:bodyPr>
          <a:lstStyle/>
          <a:p>
            <a:r>
              <a:rPr lang="en-US" dirty="0"/>
              <a:t>I</a:t>
            </a:r>
            <a:r>
              <a:rPr lang="en-US" baseline="-25000" dirty="0"/>
              <a:t>5</a:t>
            </a:r>
            <a:endParaRPr lang="en-US" dirty="0"/>
          </a:p>
        </p:txBody>
      </p:sp>
      <p:cxnSp>
        <p:nvCxnSpPr>
          <p:cNvPr id="22" name="Straight Connector 21"/>
          <p:cNvCxnSpPr/>
          <p:nvPr/>
        </p:nvCxnSpPr>
        <p:spPr>
          <a:xfrm>
            <a:off x="6408688" y="2231767"/>
            <a:ext cx="370084"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435433" y="2775236"/>
            <a:ext cx="370084"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extLst>
              <p:ext uri="{D42A27DB-BD31-4B8C-83A1-F6EECF244321}">
                <p14:modId xmlns:p14="http://schemas.microsoft.com/office/powerpoint/2010/main" val="2022716288"/>
              </p:ext>
            </p:extLst>
          </p:nvPr>
        </p:nvGraphicFramePr>
        <p:xfrm>
          <a:off x="1250279" y="3295488"/>
          <a:ext cx="7512720" cy="2926080"/>
        </p:xfrm>
        <a:graphic>
          <a:graphicData uri="http://schemas.openxmlformats.org/drawingml/2006/table">
            <a:tbl>
              <a:tblPr firstRow="1" bandRow="1">
                <a:tableStyleId>{5C22544A-7EE6-4342-B048-85BDC9FD1C3A}</a:tableStyleId>
              </a:tblPr>
              <a:tblGrid>
                <a:gridCol w="657363">
                  <a:extLst>
                    <a:ext uri="{9D8B030D-6E8A-4147-A177-3AD203B41FA5}">
                      <a16:colId xmlns:a16="http://schemas.microsoft.com/office/drawing/2014/main" val="20000"/>
                    </a:ext>
                  </a:extLst>
                </a:gridCol>
                <a:gridCol w="1596453">
                  <a:extLst>
                    <a:ext uri="{9D8B030D-6E8A-4147-A177-3AD203B41FA5}">
                      <a16:colId xmlns:a16="http://schemas.microsoft.com/office/drawing/2014/main" val="20001"/>
                    </a:ext>
                  </a:extLst>
                </a:gridCol>
                <a:gridCol w="763105">
                  <a:extLst>
                    <a:ext uri="{9D8B030D-6E8A-4147-A177-3AD203B41FA5}">
                      <a16:colId xmlns:a16="http://schemas.microsoft.com/office/drawing/2014/main" val="20002"/>
                    </a:ext>
                  </a:extLst>
                </a:gridCol>
                <a:gridCol w="1048657">
                  <a:extLst>
                    <a:ext uri="{9D8B030D-6E8A-4147-A177-3AD203B41FA5}">
                      <a16:colId xmlns:a16="http://schemas.microsoft.com/office/drawing/2014/main" val="20003"/>
                    </a:ext>
                  </a:extLst>
                </a:gridCol>
                <a:gridCol w="817690">
                  <a:extLst>
                    <a:ext uri="{9D8B030D-6E8A-4147-A177-3AD203B41FA5}">
                      <a16:colId xmlns:a16="http://schemas.microsoft.com/office/drawing/2014/main" val="20004"/>
                    </a:ext>
                  </a:extLst>
                </a:gridCol>
                <a:gridCol w="1314726">
                  <a:extLst>
                    <a:ext uri="{9D8B030D-6E8A-4147-A177-3AD203B41FA5}">
                      <a16:colId xmlns:a16="http://schemas.microsoft.com/office/drawing/2014/main" val="20005"/>
                    </a:ext>
                  </a:extLst>
                </a:gridCol>
                <a:gridCol w="1314726">
                  <a:extLst>
                    <a:ext uri="{9D8B030D-6E8A-4147-A177-3AD203B41FA5}">
                      <a16:colId xmlns:a16="http://schemas.microsoft.com/office/drawing/2014/main" val="20006"/>
                    </a:ext>
                  </a:extLst>
                </a:gridCol>
              </a:tblGrid>
              <a:tr h="341443">
                <a:tc>
                  <a:txBody>
                    <a:bodyPr/>
                    <a:lstStyle/>
                    <a:p>
                      <a:endParaRPr lang="en-US" dirty="0"/>
                    </a:p>
                  </a:txBody>
                  <a:tcPr/>
                </a:tc>
                <a:tc>
                  <a:txBody>
                    <a:bodyPr/>
                    <a:lstStyle/>
                    <a:p>
                      <a:r>
                        <a:rPr lang="en-US" dirty="0"/>
                        <a:t>State</a:t>
                      </a:r>
                    </a:p>
                  </a:txBody>
                  <a:tcPr/>
                </a:tc>
                <a:tc gridSpan="3">
                  <a:txBody>
                    <a:bodyPr/>
                    <a:lstStyle/>
                    <a:p>
                      <a:r>
                        <a:rPr lang="en-US" dirty="0"/>
                        <a:t>Actions</a:t>
                      </a:r>
                    </a:p>
                  </a:txBody>
                  <a:tcPr/>
                </a:tc>
                <a:tc hMerge="1">
                  <a:txBody>
                    <a:bodyPr/>
                    <a:lstStyle/>
                    <a:p>
                      <a:endParaRPr lang="en-US"/>
                    </a:p>
                  </a:txBody>
                  <a:tcPr/>
                </a:tc>
                <a:tc hMerge="1">
                  <a:txBody>
                    <a:bodyPr/>
                    <a:lstStyle/>
                    <a:p>
                      <a:endParaRPr lang="en-US"/>
                    </a:p>
                  </a:txBody>
                  <a:tcPr/>
                </a:tc>
                <a:tc gridSpan="2">
                  <a:txBody>
                    <a:bodyPr/>
                    <a:lstStyle/>
                    <a:p>
                      <a:r>
                        <a:rPr lang="en-US" dirty="0"/>
                        <a:t>GO-TO</a:t>
                      </a:r>
                    </a:p>
                  </a:txBody>
                  <a:tcPr/>
                </a:tc>
                <a:tc hMerge="1">
                  <a:txBody>
                    <a:bodyPr/>
                    <a:lstStyle/>
                    <a:p>
                      <a:endParaRPr lang="en-US" dirty="0"/>
                    </a:p>
                  </a:txBody>
                  <a:tcPr/>
                </a:tc>
                <a:extLst>
                  <a:ext uri="{0D108BD9-81ED-4DB2-BD59-A6C34878D82A}">
                    <a16:rowId xmlns:a16="http://schemas.microsoft.com/office/drawing/2014/main" val="10000"/>
                  </a:ext>
                </a:extLst>
              </a:tr>
              <a:tr h="341443">
                <a:tc>
                  <a:txBody>
                    <a:bodyPr/>
                    <a:lstStyle/>
                    <a:p>
                      <a:endParaRPr lang="en-US"/>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id</a:t>
                      </a:r>
                    </a:p>
                  </a:txBody>
                  <a:tcPr/>
                </a:tc>
                <a:tc>
                  <a:txBody>
                    <a:bodyPr/>
                    <a:lstStyle/>
                    <a:p>
                      <a:r>
                        <a:rPr lang="en-US" dirty="0"/>
                        <a:t>+ </a:t>
                      </a:r>
                    </a:p>
                  </a:txBody>
                  <a:tcPr/>
                </a:tc>
                <a:tc>
                  <a:txBody>
                    <a:bodyPr/>
                    <a:lstStyle/>
                    <a:p>
                      <a:r>
                        <a:rPr lang="en-US" dirty="0"/>
                        <a:t>$</a:t>
                      </a:r>
                    </a:p>
                  </a:txBody>
                  <a:tcPr/>
                </a:tc>
                <a:tc>
                  <a:txBody>
                    <a:bodyPr/>
                    <a:lstStyle/>
                    <a:p>
                      <a:r>
                        <a:rPr lang="en-US" dirty="0"/>
                        <a:t>E</a:t>
                      </a:r>
                    </a:p>
                  </a:txBody>
                  <a:tcPr/>
                </a:tc>
                <a:tc>
                  <a:txBody>
                    <a:bodyPr/>
                    <a:lstStyle/>
                    <a:p>
                      <a:r>
                        <a:rPr lang="en-US" dirty="0"/>
                        <a:t>T</a:t>
                      </a:r>
                    </a:p>
                  </a:txBody>
                  <a:tcPr/>
                </a:tc>
                <a:extLst>
                  <a:ext uri="{0D108BD9-81ED-4DB2-BD59-A6C34878D82A}">
                    <a16:rowId xmlns:a16="http://schemas.microsoft.com/office/drawing/2014/main" val="10001"/>
                  </a:ext>
                </a:extLst>
              </a:tr>
              <a:tr h="341443">
                <a:tc>
                  <a:txBody>
                    <a:bodyPr/>
                    <a:lstStyle/>
                    <a:p>
                      <a:endParaRPr lang="en-US"/>
                    </a:p>
                  </a:txBody>
                  <a:tcPr/>
                </a:tc>
                <a:tc>
                  <a:txBody>
                    <a:bodyPr/>
                    <a:lstStyle/>
                    <a:p>
                      <a:r>
                        <a:rPr lang="en-US" dirty="0"/>
                        <a:t>I</a:t>
                      </a:r>
                      <a:r>
                        <a:rPr lang="en-US" baseline="-25000" dirty="0"/>
                        <a:t>0</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41443">
                <a:tc>
                  <a:txBody>
                    <a:bodyPr/>
                    <a:lstStyle/>
                    <a:p>
                      <a:endParaRPr lang="en-US"/>
                    </a:p>
                  </a:txBody>
                  <a:tcPr/>
                </a:tc>
                <a:tc>
                  <a:txBody>
                    <a:bodyPr/>
                    <a:lstStyle/>
                    <a:p>
                      <a:r>
                        <a:rPr lang="en-US" dirty="0"/>
                        <a:t>I</a:t>
                      </a:r>
                      <a:r>
                        <a:rPr lang="en-US" baseline="-25000" dirty="0"/>
                        <a:t>1</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46872">
                <a:tc>
                  <a:txBody>
                    <a:bodyPr/>
                    <a:lstStyle/>
                    <a:p>
                      <a:endParaRPr lang="en-US"/>
                    </a:p>
                  </a:txBody>
                  <a:tcPr/>
                </a:tc>
                <a:tc>
                  <a:txBody>
                    <a:bodyPr/>
                    <a:lstStyle/>
                    <a:p>
                      <a:r>
                        <a:rPr lang="en-US" dirty="0"/>
                        <a:t>I</a:t>
                      </a:r>
                      <a:r>
                        <a:rPr lang="en-US" baseline="-25000" dirty="0"/>
                        <a:t>2</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4"/>
                  </a:ext>
                </a:extLst>
              </a:tr>
              <a:tr h="341443">
                <a:tc>
                  <a:txBody>
                    <a:bodyPr/>
                    <a:lstStyle/>
                    <a:p>
                      <a:endParaRPr lang="en-US"/>
                    </a:p>
                  </a:txBody>
                  <a:tcPr/>
                </a:tc>
                <a:tc>
                  <a:txBody>
                    <a:bodyPr/>
                    <a:lstStyle/>
                    <a:p>
                      <a:r>
                        <a:rPr lang="en-US" dirty="0"/>
                        <a:t>I</a:t>
                      </a:r>
                      <a:r>
                        <a:rPr lang="en-US" baseline="-25000" dirty="0"/>
                        <a:t>3</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41443">
                <a:tc>
                  <a:txBody>
                    <a:bodyPr/>
                    <a:lstStyle/>
                    <a:p>
                      <a:endParaRPr lang="en-US"/>
                    </a:p>
                  </a:txBody>
                  <a:tcPr/>
                </a:tc>
                <a:tc>
                  <a:txBody>
                    <a:bodyPr/>
                    <a:lstStyle/>
                    <a:p>
                      <a:r>
                        <a:rPr lang="en-US" dirty="0"/>
                        <a:t>I</a:t>
                      </a:r>
                      <a:r>
                        <a:rPr lang="en-US" baseline="-25000" dirty="0"/>
                        <a:t>4</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6"/>
                  </a:ext>
                </a:extLst>
              </a:tr>
              <a:tr h="341443">
                <a:tc>
                  <a:txBody>
                    <a:bodyPr/>
                    <a:lstStyle/>
                    <a:p>
                      <a:endParaRPr lang="en-US"/>
                    </a:p>
                  </a:txBody>
                  <a:tcPr/>
                </a:tc>
                <a:tc>
                  <a:txBody>
                    <a:bodyPr/>
                    <a:lstStyle/>
                    <a:p>
                      <a:r>
                        <a:rPr lang="en-US" dirty="0"/>
                        <a:t>I</a:t>
                      </a:r>
                      <a:r>
                        <a:rPr lang="en-US" baseline="-25000" dirty="0"/>
                        <a:t>5</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
        <p:nvSpPr>
          <p:cNvPr id="43" name="TextBox 42"/>
          <p:cNvSpPr txBox="1"/>
          <p:nvPr/>
        </p:nvSpPr>
        <p:spPr>
          <a:xfrm>
            <a:off x="2462555" y="2368919"/>
            <a:ext cx="2339893" cy="261610"/>
          </a:xfrm>
          <a:prstGeom prst="rect">
            <a:avLst/>
          </a:prstGeom>
          <a:noFill/>
        </p:spPr>
        <p:txBody>
          <a:bodyPr wrap="square" rtlCol="0">
            <a:spAutoFit/>
          </a:bodyPr>
          <a:lstStyle/>
          <a:p>
            <a:r>
              <a:rPr lang="en-US" sz="1100" dirty="0"/>
              <a:t>Reduced term2 R</a:t>
            </a:r>
            <a:r>
              <a:rPr lang="en-US" sz="1100" baseline="-25000" dirty="0"/>
              <a:t>2</a:t>
            </a:r>
            <a:endParaRPr lang="en-US" sz="1100" dirty="0"/>
          </a:p>
        </p:txBody>
      </p:sp>
      <p:sp>
        <p:nvSpPr>
          <p:cNvPr id="46" name="TextBox 45"/>
          <p:cNvSpPr txBox="1"/>
          <p:nvPr/>
        </p:nvSpPr>
        <p:spPr>
          <a:xfrm>
            <a:off x="7504151" y="4017410"/>
            <a:ext cx="458971" cy="369332"/>
          </a:xfrm>
          <a:prstGeom prst="rect">
            <a:avLst/>
          </a:prstGeom>
          <a:noFill/>
        </p:spPr>
        <p:txBody>
          <a:bodyPr wrap="square" rtlCol="0">
            <a:spAutoFit/>
          </a:bodyPr>
          <a:lstStyle/>
          <a:p>
            <a:r>
              <a:rPr lang="en-US" dirty="0"/>
              <a:t>I</a:t>
            </a:r>
            <a:r>
              <a:rPr lang="en-US" baseline="-25000" dirty="0"/>
              <a:t>2</a:t>
            </a:r>
            <a:endParaRPr lang="en-US" dirty="0"/>
          </a:p>
        </p:txBody>
      </p:sp>
      <p:sp>
        <p:nvSpPr>
          <p:cNvPr id="47" name="TextBox 46"/>
          <p:cNvSpPr txBox="1"/>
          <p:nvPr/>
        </p:nvSpPr>
        <p:spPr>
          <a:xfrm>
            <a:off x="6313047" y="4026359"/>
            <a:ext cx="458971" cy="369332"/>
          </a:xfrm>
          <a:prstGeom prst="rect">
            <a:avLst/>
          </a:prstGeom>
          <a:noFill/>
        </p:spPr>
        <p:txBody>
          <a:bodyPr wrap="square" rtlCol="0">
            <a:spAutoFit/>
          </a:bodyPr>
          <a:lstStyle/>
          <a:p>
            <a:r>
              <a:rPr lang="en-US" dirty="0"/>
              <a:t>I</a:t>
            </a:r>
            <a:r>
              <a:rPr lang="en-US" baseline="-25000" dirty="0"/>
              <a:t>1</a:t>
            </a:r>
            <a:endParaRPr lang="en-US" dirty="0"/>
          </a:p>
        </p:txBody>
      </p:sp>
      <p:sp>
        <p:nvSpPr>
          <p:cNvPr id="48" name="TextBox 47"/>
          <p:cNvSpPr txBox="1"/>
          <p:nvPr/>
        </p:nvSpPr>
        <p:spPr>
          <a:xfrm>
            <a:off x="3595920" y="4048273"/>
            <a:ext cx="458971" cy="369332"/>
          </a:xfrm>
          <a:prstGeom prst="rect">
            <a:avLst/>
          </a:prstGeom>
          <a:noFill/>
        </p:spPr>
        <p:txBody>
          <a:bodyPr wrap="square" rtlCol="0">
            <a:spAutoFit/>
          </a:bodyPr>
          <a:lstStyle/>
          <a:p>
            <a:r>
              <a:rPr lang="en-US" dirty="0"/>
              <a:t>S</a:t>
            </a:r>
            <a:r>
              <a:rPr lang="en-US" baseline="-25000" dirty="0"/>
              <a:t>3</a:t>
            </a:r>
            <a:endParaRPr lang="en-US" dirty="0"/>
          </a:p>
        </p:txBody>
      </p:sp>
      <p:sp>
        <p:nvSpPr>
          <p:cNvPr id="49" name="TextBox 48"/>
          <p:cNvSpPr txBox="1"/>
          <p:nvPr/>
        </p:nvSpPr>
        <p:spPr>
          <a:xfrm>
            <a:off x="5435185" y="4393123"/>
            <a:ext cx="647277" cy="369332"/>
          </a:xfrm>
          <a:prstGeom prst="rect">
            <a:avLst/>
          </a:prstGeom>
          <a:noFill/>
        </p:spPr>
        <p:txBody>
          <a:bodyPr wrap="square" rtlCol="0">
            <a:spAutoFit/>
          </a:bodyPr>
          <a:lstStyle/>
          <a:p>
            <a:r>
              <a:rPr lang="en-US" dirty="0"/>
              <a:t>AS</a:t>
            </a:r>
          </a:p>
        </p:txBody>
      </p:sp>
      <p:sp>
        <p:nvSpPr>
          <p:cNvPr id="50" name="TextBox 49"/>
          <p:cNvSpPr txBox="1"/>
          <p:nvPr/>
        </p:nvSpPr>
        <p:spPr>
          <a:xfrm>
            <a:off x="5427522" y="5145149"/>
            <a:ext cx="458971" cy="369332"/>
          </a:xfrm>
          <a:prstGeom prst="rect">
            <a:avLst/>
          </a:prstGeom>
          <a:noFill/>
        </p:spPr>
        <p:txBody>
          <a:bodyPr wrap="square" rtlCol="0">
            <a:spAutoFit/>
          </a:bodyPr>
          <a:lstStyle/>
          <a:p>
            <a:r>
              <a:rPr lang="en-US" dirty="0"/>
              <a:t>R</a:t>
            </a:r>
            <a:r>
              <a:rPr lang="en-US" baseline="-25000" dirty="0"/>
              <a:t>3</a:t>
            </a:r>
            <a:endParaRPr lang="en-US" dirty="0"/>
          </a:p>
        </p:txBody>
      </p:sp>
      <p:sp>
        <p:nvSpPr>
          <p:cNvPr id="51" name="TextBox 50"/>
          <p:cNvSpPr txBox="1"/>
          <p:nvPr/>
        </p:nvSpPr>
        <p:spPr>
          <a:xfrm>
            <a:off x="4505827" y="5116421"/>
            <a:ext cx="458971" cy="369332"/>
          </a:xfrm>
          <a:prstGeom prst="rect">
            <a:avLst/>
          </a:prstGeom>
          <a:noFill/>
        </p:spPr>
        <p:txBody>
          <a:bodyPr wrap="square" rtlCol="0">
            <a:spAutoFit/>
          </a:bodyPr>
          <a:lstStyle/>
          <a:p>
            <a:r>
              <a:rPr lang="en-US" dirty="0"/>
              <a:t>R</a:t>
            </a:r>
            <a:r>
              <a:rPr lang="en-US" baseline="-25000" dirty="0"/>
              <a:t>3</a:t>
            </a:r>
            <a:endParaRPr lang="en-US" dirty="0"/>
          </a:p>
        </p:txBody>
      </p:sp>
      <p:sp>
        <p:nvSpPr>
          <p:cNvPr id="52" name="TextBox 51"/>
          <p:cNvSpPr txBox="1"/>
          <p:nvPr/>
        </p:nvSpPr>
        <p:spPr>
          <a:xfrm>
            <a:off x="3668977" y="5100128"/>
            <a:ext cx="458971" cy="369332"/>
          </a:xfrm>
          <a:prstGeom prst="rect">
            <a:avLst/>
          </a:prstGeom>
          <a:noFill/>
        </p:spPr>
        <p:txBody>
          <a:bodyPr wrap="square" rtlCol="0">
            <a:spAutoFit/>
          </a:bodyPr>
          <a:lstStyle/>
          <a:p>
            <a:r>
              <a:rPr lang="en-US" dirty="0"/>
              <a:t>R</a:t>
            </a:r>
            <a:r>
              <a:rPr lang="en-US" baseline="-25000" dirty="0"/>
              <a:t>3</a:t>
            </a:r>
            <a:endParaRPr lang="en-US" dirty="0"/>
          </a:p>
        </p:txBody>
      </p:sp>
      <p:sp>
        <p:nvSpPr>
          <p:cNvPr id="53" name="TextBox 52"/>
          <p:cNvSpPr txBox="1"/>
          <p:nvPr/>
        </p:nvSpPr>
        <p:spPr>
          <a:xfrm>
            <a:off x="5394137" y="4753937"/>
            <a:ext cx="708049" cy="369332"/>
          </a:xfrm>
          <a:prstGeom prst="rect">
            <a:avLst/>
          </a:prstGeom>
          <a:noFill/>
        </p:spPr>
        <p:txBody>
          <a:bodyPr wrap="square" rtlCol="0">
            <a:spAutoFit/>
          </a:bodyPr>
          <a:lstStyle/>
          <a:p>
            <a:r>
              <a:rPr lang="en-US" dirty="0"/>
              <a:t>R</a:t>
            </a:r>
            <a:r>
              <a:rPr lang="en-US" baseline="-25000" dirty="0"/>
              <a:t>2</a:t>
            </a:r>
            <a:endParaRPr lang="en-US" dirty="0"/>
          </a:p>
        </p:txBody>
      </p:sp>
      <p:sp>
        <p:nvSpPr>
          <p:cNvPr id="54" name="TextBox 53"/>
          <p:cNvSpPr txBox="1"/>
          <p:nvPr/>
        </p:nvSpPr>
        <p:spPr>
          <a:xfrm>
            <a:off x="4411723" y="4778340"/>
            <a:ext cx="982414" cy="369332"/>
          </a:xfrm>
          <a:prstGeom prst="rect">
            <a:avLst/>
          </a:prstGeom>
          <a:noFill/>
        </p:spPr>
        <p:txBody>
          <a:bodyPr wrap="square" rtlCol="0">
            <a:spAutoFit/>
          </a:bodyPr>
          <a:lstStyle/>
          <a:p>
            <a:r>
              <a:rPr lang="en-US" dirty="0"/>
              <a:t>S</a:t>
            </a:r>
            <a:r>
              <a:rPr lang="en-US" baseline="-25000" dirty="0"/>
              <a:t>4</a:t>
            </a:r>
            <a:r>
              <a:rPr lang="en-US" dirty="0"/>
              <a:t> /R</a:t>
            </a:r>
            <a:r>
              <a:rPr lang="en-US" baseline="-25000" dirty="0"/>
              <a:t>2</a:t>
            </a:r>
            <a:endParaRPr lang="en-US" dirty="0"/>
          </a:p>
        </p:txBody>
      </p:sp>
      <p:sp>
        <p:nvSpPr>
          <p:cNvPr id="55" name="TextBox 54"/>
          <p:cNvSpPr txBox="1"/>
          <p:nvPr/>
        </p:nvSpPr>
        <p:spPr>
          <a:xfrm>
            <a:off x="3648609" y="4747089"/>
            <a:ext cx="458971" cy="369332"/>
          </a:xfrm>
          <a:prstGeom prst="rect">
            <a:avLst/>
          </a:prstGeom>
          <a:noFill/>
        </p:spPr>
        <p:txBody>
          <a:bodyPr wrap="square" rtlCol="0">
            <a:spAutoFit/>
          </a:bodyPr>
          <a:lstStyle/>
          <a:p>
            <a:r>
              <a:rPr lang="en-US" dirty="0"/>
              <a:t>R</a:t>
            </a:r>
            <a:r>
              <a:rPr lang="en-US" baseline="-25000" dirty="0"/>
              <a:t>2</a:t>
            </a:r>
            <a:endParaRPr lang="en-US" dirty="0"/>
          </a:p>
        </p:txBody>
      </p:sp>
      <p:sp>
        <p:nvSpPr>
          <p:cNvPr id="56" name="TextBox 55"/>
          <p:cNvSpPr txBox="1"/>
          <p:nvPr/>
        </p:nvSpPr>
        <p:spPr>
          <a:xfrm>
            <a:off x="3668976" y="5486949"/>
            <a:ext cx="458971" cy="369332"/>
          </a:xfrm>
          <a:prstGeom prst="rect">
            <a:avLst/>
          </a:prstGeom>
          <a:noFill/>
        </p:spPr>
        <p:txBody>
          <a:bodyPr wrap="square" rtlCol="0">
            <a:spAutoFit/>
          </a:bodyPr>
          <a:lstStyle/>
          <a:p>
            <a:r>
              <a:rPr lang="en-US" dirty="0"/>
              <a:t>S</a:t>
            </a:r>
            <a:r>
              <a:rPr lang="en-US" baseline="-25000" dirty="0"/>
              <a:t>3</a:t>
            </a:r>
            <a:endParaRPr lang="en-US" dirty="0"/>
          </a:p>
        </p:txBody>
      </p:sp>
      <p:sp>
        <p:nvSpPr>
          <p:cNvPr id="57" name="TextBox 56"/>
          <p:cNvSpPr txBox="1"/>
          <p:nvPr/>
        </p:nvSpPr>
        <p:spPr>
          <a:xfrm>
            <a:off x="6435433" y="5497695"/>
            <a:ext cx="458971" cy="369332"/>
          </a:xfrm>
          <a:prstGeom prst="rect">
            <a:avLst/>
          </a:prstGeom>
          <a:noFill/>
        </p:spPr>
        <p:txBody>
          <a:bodyPr wrap="square" rtlCol="0">
            <a:spAutoFit/>
          </a:bodyPr>
          <a:lstStyle/>
          <a:p>
            <a:r>
              <a:rPr lang="en-US" dirty="0"/>
              <a:t>I</a:t>
            </a:r>
            <a:r>
              <a:rPr lang="en-US" baseline="-25000" dirty="0"/>
              <a:t>5</a:t>
            </a:r>
            <a:endParaRPr lang="en-US" dirty="0"/>
          </a:p>
        </p:txBody>
      </p:sp>
      <p:sp>
        <p:nvSpPr>
          <p:cNvPr id="58" name="TextBox 57"/>
          <p:cNvSpPr txBox="1"/>
          <p:nvPr/>
        </p:nvSpPr>
        <p:spPr>
          <a:xfrm>
            <a:off x="7640140" y="5514481"/>
            <a:ext cx="458971" cy="369332"/>
          </a:xfrm>
          <a:prstGeom prst="rect">
            <a:avLst/>
          </a:prstGeom>
          <a:noFill/>
        </p:spPr>
        <p:txBody>
          <a:bodyPr wrap="square" rtlCol="0">
            <a:spAutoFit/>
          </a:bodyPr>
          <a:lstStyle/>
          <a:p>
            <a:r>
              <a:rPr lang="en-US" dirty="0"/>
              <a:t>I</a:t>
            </a:r>
            <a:r>
              <a:rPr lang="en-US" baseline="-25000" dirty="0"/>
              <a:t>2</a:t>
            </a:r>
            <a:endParaRPr lang="en-US" dirty="0"/>
          </a:p>
        </p:txBody>
      </p:sp>
      <p:sp>
        <p:nvSpPr>
          <p:cNvPr id="59" name="TextBox 58"/>
          <p:cNvSpPr txBox="1"/>
          <p:nvPr/>
        </p:nvSpPr>
        <p:spPr>
          <a:xfrm>
            <a:off x="3642267" y="5875485"/>
            <a:ext cx="458971" cy="369332"/>
          </a:xfrm>
          <a:prstGeom prst="rect">
            <a:avLst/>
          </a:prstGeom>
          <a:noFill/>
        </p:spPr>
        <p:txBody>
          <a:bodyPr wrap="square" rtlCol="0">
            <a:spAutoFit/>
          </a:bodyPr>
          <a:lstStyle/>
          <a:p>
            <a:r>
              <a:rPr lang="en-US" dirty="0"/>
              <a:t>R</a:t>
            </a:r>
            <a:r>
              <a:rPr lang="en-US" baseline="-25000" dirty="0"/>
              <a:t>1</a:t>
            </a:r>
            <a:endParaRPr lang="en-US" dirty="0"/>
          </a:p>
        </p:txBody>
      </p:sp>
      <p:sp>
        <p:nvSpPr>
          <p:cNvPr id="60" name="TextBox 59"/>
          <p:cNvSpPr txBox="1"/>
          <p:nvPr/>
        </p:nvSpPr>
        <p:spPr>
          <a:xfrm>
            <a:off x="4557304" y="5875485"/>
            <a:ext cx="458971" cy="369332"/>
          </a:xfrm>
          <a:prstGeom prst="rect">
            <a:avLst/>
          </a:prstGeom>
          <a:noFill/>
        </p:spPr>
        <p:txBody>
          <a:bodyPr wrap="square" rtlCol="0">
            <a:spAutoFit/>
          </a:bodyPr>
          <a:lstStyle/>
          <a:p>
            <a:r>
              <a:rPr lang="en-US" dirty="0"/>
              <a:t>R</a:t>
            </a:r>
            <a:r>
              <a:rPr lang="en-US" baseline="-25000" dirty="0"/>
              <a:t>1</a:t>
            </a:r>
            <a:endParaRPr lang="en-US" dirty="0"/>
          </a:p>
        </p:txBody>
      </p:sp>
      <p:sp>
        <p:nvSpPr>
          <p:cNvPr id="61" name="TextBox 60"/>
          <p:cNvSpPr txBox="1"/>
          <p:nvPr/>
        </p:nvSpPr>
        <p:spPr>
          <a:xfrm>
            <a:off x="5501733" y="5863176"/>
            <a:ext cx="458971" cy="369332"/>
          </a:xfrm>
          <a:prstGeom prst="rect">
            <a:avLst/>
          </a:prstGeom>
          <a:noFill/>
        </p:spPr>
        <p:txBody>
          <a:bodyPr wrap="square" rtlCol="0">
            <a:spAutoFit/>
          </a:bodyPr>
          <a:lstStyle/>
          <a:p>
            <a:r>
              <a:rPr lang="en-US" dirty="0"/>
              <a:t>R</a:t>
            </a:r>
            <a:r>
              <a:rPr lang="en-US" baseline="-25000" dirty="0"/>
              <a:t>1</a:t>
            </a:r>
            <a:endParaRPr lang="en-US" dirty="0"/>
          </a:p>
        </p:txBody>
      </p:sp>
    </p:spTree>
    <p:extLst>
      <p:ext uri="{BB962C8B-B14F-4D97-AF65-F5344CB8AC3E}">
        <p14:creationId xmlns:p14="http://schemas.microsoft.com/office/powerpoint/2010/main" val="164220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80322"/>
            <a:ext cx="8229600" cy="457200"/>
          </a:xfrm>
        </p:spPr>
        <p:txBody>
          <a:bodyPr>
            <a:normAutofit/>
          </a:bodyPr>
          <a:lstStyle/>
          <a:p>
            <a:r>
              <a:rPr lang="en-US" sz="2000" b="1" dirty="0"/>
              <a:t>LR(0) Parser </a:t>
            </a:r>
            <a:endParaRPr lang="en-US" sz="2000" dirty="0"/>
          </a:p>
        </p:txBody>
      </p:sp>
      <p:sp>
        <p:nvSpPr>
          <p:cNvPr id="3" name="Content Placeholder 2"/>
          <p:cNvSpPr>
            <a:spLocks noGrp="1"/>
          </p:cNvSpPr>
          <p:nvPr>
            <p:ph idx="1"/>
          </p:nvPr>
        </p:nvSpPr>
        <p:spPr>
          <a:xfrm>
            <a:off x="152400" y="588959"/>
            <a:ext cx="8229600" cy="4876800"/>
          </a:xfrm>
        </p:spPr>
        <p:txBody>
          <a:bodyPr>
            <a:normAutofit/>
          </a:bodyPr>
          <a:lstStyle/>
          <a:p>
            <a:pPr marL="0" indent="0" fontAlgn="base">
              <a:buNone/>
            </a:pPr>
            <a:r>
              <a:rPr lang="en-US" sz="1800" dirty="0"/>
              <a:t>E</a:t>
            </a:r>
            <a:r>
              <a:rPr lang="en-US" sz="1800" dirty="0">
                <a:sym typeface="Wingdings" panose="05000000000000000000" pitchFamily="2" charset="2"/>
              </a:rPr>
              <a:t>T+E|T</a:t>
            </a:r>
          </a:p>
          <a:p>
            <a:pPr marL="0" indent="0" fontAlgn="base">
              <a:buNone/>
            </a:pPr>
            <a:r>
              <a:rPr lang="en-US" sz="1800" dirty="0" err="1">
                <a:sym typeface="Wingdings" panose="05000000000000000000" pitchFamily="2" charset="2"/>
              </a:rPr>
              <a:t>Tid</a:t>
            </a: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a:p>
            <a:pPr marL="0" indent="0" fontAlgn="base">
              <a:buNone/>
            </a:pPr>
            <a:endParaRPr lang="en-US" sz="1800" dirty="0">
              <a:sym typeface="Wingdings" panose="05000000000000000000" pitchFamily="2" charset="2"/>
            </a:endParaRPr>
          </a:p>
        </p:txBody>
      </p:sp>
      <p:sp>
        <p:nvSpPr>
          <p:cNvPr id="6" name="TextBox 5"/>
          <p:cNvSpPr txBox="1"/>
          <p:nvPr/>
        </p:nvSpPr>
        <p:spPr>
          <a:xfrm>
            <a:off x="350714" y="2590570"/>
            <a:ext cx="1019895" cy="369332"/>
          </a:xfrm>
          <a:prstGeom prst="rect">
            <a:avLst/>
          </a:prstGeom>
          <a:noFill/>
        </p:spPr>
        <p:txBody>
          <a:bodyPr wrap="square" rtlCol="0">
            <a:spAutoFit/>
          </a:bodyPr>
          <a:lstStyle/>
          <a:p>
            <a:r>
              <a:rPr lang="en-US" dirty="0"/>
              <a:t>State I</a:t>
            </a:r>
            <a:r>
              <a:rPr lang="en-US" baseline="-25000" dirty="0"/>
              <a:t>0</a:t>
            </a:r>
            <a:endParaRPr lang="en-US" dirty="0"/>
          </a:p>
        </p:txBody>
      </p:sp>
      <p:sp>
        <p:nvSpPr>
          <p:cNvPr id="7" name="TextBox 6"/>
          <p:cNvSpPr txBox="1"/>
          <p:nvPr/>
        </p:nvSpPr>
        <p:spPr>
          <a:xfrm>
            <a:off x="275478" y="1343852"/>
            <a:ext cx="1271789" cy="1200329"/>
          </a:xfrm>
          <a:prstGeom prst="rect">
            <a:avLst/>
          </a:prstGeom>
          <a:noFill/>
          <a:ln>
            <a:solidFill>
              <a:srgbClr val="00B0F0"/>
            </a:solidFill>
          </a:ln>
        </p:spPr>
        <p:txBody>
          <a:bodyPr wrap="square" rtlCol="0">
            <a:spAutoFit/>
          </a:bodyPr>
          <a:lstStyle/>
          <a:p>
            <a:pPr fontAlgn="base"/>
            <a:r>
              <a:rPr lang="en-US" dirty="0">
                <a:sym typeface="Wingdings" panose="05000000000000000000" pitchFamily="2" charset="2"/>
              </a:rPr>
              <a:t>E’</a:t>
            </a:r>
            <a:r>
              <a:rPr lang="en-US"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9" name="Straight Arrow Connector 8"/>
          <p:cNvCxnSpPr/>
          <p:nvPr/>
        </p:nvCxnSpPr>
        <p:spPr>
          <a:xfrm>
            <a:off x="1423844" y="1522010"/>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24967" y="1247902"/>
            <a:ext cx="304800" cy="369332"/>
          </a:xfrm>
          <a:prstGeom prst="rect">
            <a:avLst/>
          </a:prstGeom>
          <a:noFill/>
        </p:spPr>
        <p:txBody>
          <a:bodyPr wrap="square" rtlCol="0">
            <a:spAutoFit/>
          </a:bodyPr>
          <a:lstStyle/>
          <a:p>
            <a:r>
              <a:rPr lang="en-US" dirty="0"/>
              <a:t>E</a:t>
            </a:r>
          </a:p>
        </p:txBody>
      </p:sp>
      <p:sp>
        <p:nvSpPr>
          <p:cNvPr id="11" name="TextBox 10"/>
          <p:cNvSpPr txBox="1"/>
          <p:nvPr/>
        </p:nvSpPr>
        <p:spPr>
          <a:xfrm>
            <a:off x="2552623" y="1193844"/>
            <a:ext cx="1275276" cy="369332"/>
          </a:xfrm>
          <a:prstGeom prst="rect">
            <a:avLst/>
          </a:prstGeom>
          <a:noFill/>
          <a:ln>
            <a:solidFill>
              <a:srgbClr val="00B050"/>
            </a:solidFill>
          </a:ln>
        </p:spPr>
        <p:txBody>
          <a:bodyPr wrap="square" rtlCol="0">
            <a:spAutoFit/>
          </a:bodyPr>
          <a:lstStyle/>
          <a:p>
            <a:r>
              <a:rPr lang="en-US" dirty="0">
                <a:sym typeface="Wingdings" panose="05000000000000000000" pitchFamily="2" charset="2"/>
              </a:rPr>
              <a:t>E’E.</a:t>
            </a:r>
          </a:p>
        </p:txBody>
      </p:sp>
      <p:cxnSp>
        <p:nvCxnSpPr>
          <p:cNvPr id="12" name="Straight Arrow Connector 11"/>
          <p:cNvCxnSpPr/>
          <p:nvPr/>
        </p:nvCxnSpPr>
        <p:spPr>
          <a:xfrm>
            <a:off x="1423844" y="1968197"/>
            <a:ext cx="1107047"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824967" y="1681006"/>
            <a:ext cx="304800" cy="369332"/>
          </a:xfrm>
          <a:prstGeom prst="rect">
            <a:avLst/>
          </a:prstGeom>
          <a:noFill/>
        </p:spPr>
        <p:txBody>
          <a:bodyPr wrap="square" rtlCol="0">
            <a:spAutoFit/>
          </a:bodyPr>
          <a:lstStyle/>
          <a:p>
            <a:r>
              <a:rPr lang="en-US" dirty="0"/>
              <a:t>T</a:t>
            </a:r>
          </a:p>
        </p:txBody>
      </p:sp>
      <p:sp>
        <p:nvSpPr>
          <p:cNvPr id="14" name="TextBox 13"/>
          <p:cNvSpPr txBox="1"/>
          <p:nvPr/>
        </p:nvSpPr>
        <p:spPr>
          <a:xfrm>
            <a:off x="2530891" y="1732066"/>
            <a:ext cx="1275276" cy="677108"/>
          </a:xfrm>
          <a:prstGeom prst="rect">
            <a:avLst/>
          </a:prstGeom>
          <a:noFill/>
          <a:ln>
            <a:solidFill>
              <a:srgbClr val="00B05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r>
              <a:rPr lang="en-US" dirty="0">
                <a:sym typeface="Wingdings" panose="05000000000000000000" pitchFamily="2" charset="2"/>
              </a:rPr>
              <a:t>ET</a:t>
            </a:r>
            <a:r>
              <a:rPr lang="en-US" b="1" dirty="0">
                <a:sym typeface="Wingdings" panose="05000000000000000000" pitchFamily="2" charset="2"/>
              </a:rPr>
              <a:t>.</a:t>
            </a:r>
            <a:endParaRPr lang="en-US" dirty="0">
              <a:sym typeface="Wingdings" panose="05000000000000000000" pitchFamily="2" charset="2"/>
            </a:endParaRPr>
          </a:p>
        </p:txBody>
      </p:sp>
      <p:sp>
        <p:nvSpPr>
          <p:cNvPr id="15" name="TextBox 14"/>
          <p:cNvSpPr txBox="1"/>
          <p:nvPr/>
        </p:nvSpPr>
        <p:spPr>
          <a:xfrm>
            <a:off x="2511572" y="2578064"/>
            <a:ext cx="1275276" cy="369332"/>
          </a:xfrm>
          <a:prstGeom prst="rect">
            <a:avLst/>
          </a:prstGeom>
          <a:noFill/>
          <a:ln>
            <a:solidFill>
              <a:srgbClr val="00B050"/>
            </a:solidFill>
          </a:ln>
        </p:spPr>
        <p:txBody>
          <a:bodyPr wrap="square" rtlCol="0">
            <a:spAutoFit/>
          </a:bodyPr>
          <a:lstStyle/>
          <a:p>
            <a:r>
              <a:rPr lang="en-US" dirty="0" err="1">
                <a:sym typeface="Wingdings" panose="05000000000000000000" pitchFamily="2" charset="2"/>
              </a:rPr>
              <a:t>Tid</a:t>
            </a:r>
            <a:r>
              <a:rPr lang="en-US" b="1" dirty="0">
                <a:sym typeface="Wingdings" panose="05000000000000000000" pitchFamily="2" charset="2"/>
              </a:rPr>
              <a:t>.</a:t>
            </a:r>
            <a:endParaRPr lang="en-US" dirty="0">
              <a:sym typeface="Wingdings" panose="05000000000000000000" pitchFamily="2" charset="2"/>
            </a:endParaRPr>
          </a:p>
        </p:txBody>
      </p:sp>
      <p:cxnSp>
        <p:nvCxnSpPr>
          <p:cNvPr id="16" name="Straight Arrow Connector 15"/>
          <p:cNvCxnSpPr/>
          <p:nvPr/>
        </p:nvCxnSpPr>
        <p:spPr>
          <a:xfrm>
            <a:off x="1147753" y="2417287"/>
            <a:ext cx="1076728" cy="4478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1518601">
            <a:off x="1735886" y="2323950"/>
            <a:ext cx="466324" cy="369332"/>
          </a:xfrm>
          <a:prstGeom prst="rect">
            <a:avLst/>
          </a:prstGeom>
          <a:noFill/>
        </p:spPr>
        <p:txBody>
          <a:bodyPr wrap="square" rtlCol="0">
            <a:spAutoFit/>
          </a:bodyPr>
          <a:lstStyle/>
          <a:p>
            <a:r>
              <a:rPr lang="en-US" dirty="0"/>
              <a:t>id</a:t>
            </a:r>
          </a:p>
        </p:txBody>
      </p:sp>
      <p:sp>
        <p:nvSpPr>
          <p:cNvPr id="18" name="TextBox 17"/>
          <p:cNvSpPr txBox="1"/>
          <p:nvPr/>
        </p:nvSpPr>
        <p:spPr>
          <a:xfrm>
            <a:off x="2567647" y="2947621"/>
            <a:ext cx="2339893" cy="369332"/>
          </a:xfrm>
          <a:prstGeom prst="rect">
            <a:avLst/>
          </a:prstGeom>
          <a:noFill/>
        </p:spPr>
        <p:txBody>
          <a:bodyPr wrap="square" rtlCol="0">
            <a:spAutoFit/>
          </a:bodyPr>
          <a:lstStyle/>
          <a:p>
            <a:r>
              <a:rPr lang="en-US" dirty="0"/>
              <a:t>Reduced term3 R</a:t>
            </a:r>
            <a:r>
              <a:rPr lang="en-US" baseline="-25000" dirty="0"/>
              <a:t>3</a:t>
            </a:r>
            <a:endParaRPr lang="en-US" dirty="0"/>
          </a:p>
        </p:txBody>
      </p:sp>
      <p:sp>
        <p:nvSpPr>
          <p:cNvPr id="19" name="TextBox 18"/>
          <p:cNvSpPr txBox="1"/>
          <p:nvPr/>
        </p:nvSpPr>
        <p:spPr>
          <a:xfrm>
            <a:off x="2895599" y="841585"/>
            <a:ext cx="2744827" cy="369332"/>
          </a:xfrm>
          <a:prstGeom prst="rect">
            <a:avLst/>
          </a:prstGeom>
          <a:noFill/>
        </p:spPr>
        <p:txBody>
          <a:bodyPr wrap="square" rtlCol="0">
            <a:spAutoFit/>
          </a:bodyPr>
          <a:lstStyle/>
          <a:p>
            <a:r>
              <a:rPr lang="en-US" dirty="0"/>
              <a:t>Acceptance state (AS)</a:t>
            </a:r>
          </a:p>
        </p:txBody>
      </p:sp>
      <p:cxnSp>
        <p:nvCxnSpPr>
          <p:cNvPr id="20" name="Straight Arrow Connector 19"/>
          <p:cNvCxnSpPr/>
          <p:nvPr/>
        </p:nvCxnSpPr>
        <p:spPr>
          <a:xfrm flipV="1">
            <a:off x="3832109" y="1968197"/>
            <a:ext cx="803855" cy="71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902491" y="1661357"/>
            <a:ext cx="304800" cy="369332"/>
          </a:xfrm>
          <a:prstGeom prst="rect">
            <a:avLst/>
          </a:prstGeom>
          <a:noFill/>
        </p:spPr>
        <p:txBody>
          <a:bodyPr wrap="square" rtlCol="0">
            <a:spAutoFit/>
          </a:bodyPr>
          <a:lstStyle/>
          <a:p>
            <a:r>
              <a:rPr lang="en-US" dirty="0"/>
              <a:t>+</a:t>
            </a:r>
          </a:p>
        </p:txBody>
      </p:sp>
      <p:sp>
        <p:nvSpPr>
          <p:cNvPr id="23" name="TextBox 22"/>
          <p:cNvSpPr txBox="1"/>
          <p:nvPr/>
        </p:nvSpPr>
        <p:spPr>
          <a:xfrm>
            <a:off x="4633817" y="1711784"/>
            <a:ext cx="1774871" cy="1231106"/>
          </a:xfrm>
          <a:prstGeom prst="rect">
            <a:avLst/>
          </a:prstGeom>
          <a:noFill/>
          <a:ln>
            <a:solidFill>
              <a:srgbClr val="FFC000"/>
            </a:solidFill>
          </a:ln>
        </p:spPr>
        <p:txBody>
          <a:bodyPr wrap="square" rtlCol="0">
            <a:spAutoFit/>
          </a:bodyPr>
          <a:lstStyle/>
          <a:p>
            <a:r>
              <a:rPr lang="en-US" dirty="0">
                <a:sym typeface="Wingdings" panose="05000000000000000000" pitchFamily="2" charset="2"/>
              </a:rPr>
              <a:t>ET+</a:t>
            </a:r>
            <a:r>
              <a:rPr lang="en-US" sz="2000" b="1" dirty="0">
                <a:sym typeface="Wingdings" panose="05000000000000000000" pitchFamily="2" charset="2"/>
              </a:rPr>
              <a:t>.</a:t>
            </a:r>
            <a:r>
              <a:rPr lang="en-US" dirty="0">
                <a:sym typeface="Wingdings" panose="05000000000000000000" pitchFamily="2" charset="2"/>
              </a:rPr>
              <a: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T+E</a:t>
            </a:r>
          </a:p>
          <a:p>
            <a:pPr fontAlgn="base"/>
            <a:r>
              <a:rPr lang="en-US" dirty="0">
                <a:sym typeface="Wingdings" panose="05000000000000000000" pitchFamily="2" charset="2"/>
              </a:rPr>
              <a:t>E</a:t>
            </a:r>
            <a:r>
              <a:rPr lang="en-US" b="1" dirty="0">
                <a:sym typeface="Wingdings" panose="05000000000000000000" pitchFamily="2" charset="2"/>
              </a:rPr>
              <a:t> . </a:t>
            </a:r>
            <a:r>
              <a:rPr lang="en-US" dirty="0">
                <a:sym typeface="Wingdings" panose="05000000000000000000" pitchFamily="2" charset="2"/>
              </a:rPr>
              <a:t>T</a:t>
            </a:r>
          </a:p>
          <a:p>
            <a:pPr fontAlgn="base"/>
            <a:r>
              <a:rPr lang="en-US" dirty="0">
                <a:sym typeface="Wingdings" panose="05000000000000000000" pitchFamily="2" charset="2"/>
              </a:rPr>
              <a:t>T.id</a:t>
            </a:r>
            <a:endParaRPr lang="en-US" dirty="0"/>
          </a:p>
        </p:txBody>
      </p:sp>
      <p:cxnSp>
        <p:nvCxnSpPr>
          <p:cNvPr id="24" name="Straight Arrow Connector 23"/>
          <p:cNvCxnSpPr/>
          <p:nvPr/>
        </p:nvCxnSpPr>
        <p:spPr>
          <a:xfrm flipV="1">
            <a:off x="6403590" y="1952673"/>
            <a:ext cx="803855" cy="71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473972" y="1645833"/>
            <a:ext cx="304800" cy="369332"/>
          </a:xfrm>
          <a:prstGeom prst="rect">
            <a:avLst/>
          </a:prstGeom>
          <a:noFill/>
        </p:spPr>
        <p:txBody>
          <a:bodyPr wrap="square" rtlCol="0">
            <a:spAutoFit/>
          </a:bodyPr>
          <a:lstStyle/>
          <a:p>
            <a:r>
              <a:rPr lang="en-US" dirty="0"/>
              <a:t>E</a:t>
            </a:r>
          </a:p>
        </p:txBody>
      </p:sp>
      <p:sp>
        <p:nvSpPr>
          <p:cNvPr id="26" name="TextBox 25"/>
          <p:cNvSpPr txBox="1"/>
          <p:nvPr/>
        </p:nvSpPr>
        <p:spPr>
          <a:xfrm>
            <a:off x="7214958" y="1661357"/>
            <a:ext cx="1774871" cy="369332"/>
          </a:xfrm>
          <a:prstGeom prst="rect">
            <a:avLst/>
          </a:prstGeom>
          <a:noFill/>
          <a:ln>
            <a:solidFill>
              <a:schemeClr val="tx2"/>
            </a:solidFill>
          </a:ln>
        </p:spPr>
        <p:txBody>
          <a:bodyPr wrap="square" rtlCol="0">
            <a:spAutoFit/>
          </a:bodyPr>
          <a:lstStyle/>
          <a:p>
            <a:r>
              <a:rPr lang="en-US" dirty="0">
                <a:sym typeface="Wingdings" panose="05000000000000000000" pitchFamily="2" charset="2"/>
              </a:rPr>
              <a:t>ET+E.</a:t>
            </a:r>
          </a:p>
        </p:txBody>
      </p:sp>
      <p:sp>
        <p:nvSpPr>
          <p:cNvPr id="28" name="TextBox 27"/>
          <p:cNvSpPr txBox="1"/>
          <p:nvPr/>
        </p:nvSpPr>
        <p:spPr>
          <a:xfrm>
            <a:off x="6991188" y="1276501"/>
            <a:ext cx="2278799" cy="369332"/>
          </a:xfrm>
          <a:prstGeom prst="rect">
            <a:avLst/>
          </a:prstGeom>
          <a:noFill/>
        </p:spPr>
        <p:txBody>
          <a:bodyPr wrap="square" rtlCol="0">
            <a:spAutoFit/>
          </a:bodyPr>
          <a:lstStyle/>
          <a:p>
            <a:r>
              <a:rPr lang="en-US" dirty="0"/>
              <a:t>Reduced term1 R</a:t>
            </a:r>
            <a:r>
              <a:rPr lang="en-US" baseline="-25000" dirty="0"/>
              <a:t>1</a:t>
            </a:r>
            <a:endParaRPr lang="en-US" dirty="0"/>
          </a:p>
        </p:txBody>
      </p:sp>
      <p:cxnSp>
        <p:nvCxnSpPr>
          <p:cNvPr id="32" name="Straight Arrow Connector 31"/>
          <p:cNvCxnSpPr/>
          <p:nvPr/>
        </p:nvCxnSpPr>
        <p:spPr>
          <a:xfrm flipH="1">
            <a:off x="3786848" y="2231767"/>
            <a:ext cx="846969" cy="1022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006124" y="1964511"/>
            <a:ext cx="304800" cy="369332"/>
          </a:xfrm>
          <a:prstGeom prst="rect">
            <a:avLst/>
          </a:prstGeom>
          <a:noFill/>
        </p:spPr>
        <p:txBody>
          <a:bodyPr wrap="square" rtlCol="0">
            <a:spAutoFit/>
          </a:bodyPr>
          <a:lstStyle/>
          <a:p>
            <a:r>
              <a:rPr lang="en-US" dirty="0"/>
              <a:t>T</a:t>
            </a:r>
          </a:p>
        </p:txBody>
      </p:sp>
      <p:cxnSp>
        <p:nvCxnSpPr>
          <p:cNvPr id="34" name="Straight Arrow Connector 33"/>
          <p:cNvCxnSpPr/>
          <p:nvPr/>
        </p:nvCxnSpPr>
        <p:spPr>
          <a:xfrm flipH="1">
            <a:off x="3745650" y="2822869"/>
            <a:ext cx="846969" cy="1022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992408" y="2502089"/>
            <a:ext cx="394074" cy="369332"/>
          </a:xfrm>
          <a:prstGeom prst="rect">
            <a:avLst/>
          </a:prstGeom>
          <a:noFill/>
        </p:spPr>
        <p:txBody>
          <a:bodyPr wrap="square" rtlCol="0">
            <a:spAutoFit/>
          </a:bodyPr>
          <a:lstStyle/>
          <a:p>
            <a:r>
              <a:rPr lang="en-US" dirty="0"/>
              <a:t>id</a:t>
            </a:r>
          </a:p>
        </p:txBody>
      </p:sp>
      <p:sp>
        <p:nvSpPr>
          <p:cNvPr id="36" name="TextBox 35"/>
          <p:cNvSpPr txBox="1"/>
          <p:nvPr/>
        </p:nvSpPr>
        <p:spPr>
          <a:xfrm>
            <a:off x="3740808" y="1185544"/>
            <a:ext cx="428582" cy="369332"/>
          </a:xfrm>
          <a:prstGeom prst="rect">
            <a:avLst/>
          </a:prstGeom>
          <a:noFill/>
        </p:spPr>
        <p:txBody>
          <a:bodyPr wrap="square" rtlCol="0">
            <a:spAutoFit/>
          </a:bodyPr>
          <a:lstStyle/>
          <a:p>
            <a:r>
              <a:rPr lang="en-US" dirty="0"/>
              <a:t>I</a:t>
            </a:r>
            <a:r>
              <a:rPr lang="en-US" baseline="-25000" dirty="0"/>
              <a:t>1</a:t>
            </a:r>
            <a:endParaRPr lang="en-US" dirty="0"/>
          </a:p>
        </p:txBody>
      </p:sp>
      <p:sp>
        <p:nvSpPr>
          <p:cNvPr id="37" name="TextBox 36"/>
          <p:cNvSpPr txBox="1"/>
          <p:nvPr/>
        </p:nvSpPr>
        <p:spPr>
          <a:xfrm>
            <a:off x="2256720" y="2058105"/>
            <a:ext cx="428582" cy="369332"/>
          </a:xfrm>
          <a:prstGeom prst="rect">
            <a:avLst/>
          </a:prstGeom>
          <a:noFill/>
        </p:spPr>
        <p:txBody>
          <a:bodyPr wrap="square" rtlCol="0">
            <a:spAutoFit/>
          </a:bodyPr>
          <a:lstStyle/>
          <a:p>
            <a:r>
              <a:rPr lang="en-US" dirty="0"/>
              <a:t>I</a:t>
            </a:r>
            <a:r>
              <a:rPr lang="en-US" baseline="-25000" dirty="0"/>
              <a:t>2</a:t>
            </a:r>
            <a:endParaRPr lang="en-US" dirty="0"/>
          </a:p>
        </p:txBody>
      </p:sp>
      <p:sp>
        <p:nvSpPr>
          <p:cNvPr id="38" name="TextBox 37"/>
          <p:cNvSpPr txBox="1"/>
          <p:nvPr/>
        </p:nvSpPr>
        <p:spPr>
          <a:xfrm>
            <a:off x="2256720" y="2662242"/>
            <a:ext cx="428582" cy="369332"/>
          </a:xfrm>
          <a:prstGeom prst="rect">
            <a:avLst/>
          </a:prstGeom>
          <a:noFill/>
        </p:spPr>
        <p:txBody>
          <a:bodyPr wrap="square" rtlCol="0">
            <a:spAutoFit/>
          </a:bodyPr>
          <a:lstStyle/>
          <a:p>
            <a:r>
              <a:rPr lang="en-US" dirty="0"/>
              <a:t>I</a:t>
            </a:r>
            <a:r>
              <a:rPr lang="en-US" baseline="-25000" dirty="0"/>
              <a:t>3</a:t>
            </a:r>
            <a:endParaRPr lang="en-US" dirty="0"/>
          </a:p>
        </p:txBody>
      </p:sp>
      <p:sp>
        <p:nvSpPr>
          <p:cNvPr id="39" name="TextBox 38"/>
          <p:cNvSpPr txBox="1"/>
          <p:nvPr/>
        </p:nvSpPr>
        <p:spPr>
          <a:xfrm>
            <a:off x="5057927" y="1378510"/>
            <a:ext cx="428582" cy="369332"/>
          </a:xfrm>
          <a:prstGeom prst="rect">
            <a:avLst/>
          </a:prstGeom>
          <a:noFill/>
        </p:spPr>
        <p:txBody>
          <a:bodyPr wrap="square" rtlCol="0">
            <a:spAutoFit/>
          </a:bodyPr>
          <a:lstStyle/>
          <a:p>
            <a:r>
              <a:rPr lang="en-US" dirty="0"/>
              <a:t>I</a:t>
            </a:r>
            <a:r>
              <a:rPr lang="en-US" baseline="-25000" dirty="0"/>
              <a:t>4</a:t>
            </a:r>
            <a:endParaRPr lang="en-US" dirty="0"/>
          </a:p>
        </p:txBody>
      </p:sp>
      <p:sp>
        <p:nvSpPr>
          <p:cNvPr id="40" name="TextBox 39"/>
          <p:cNvSpPr txBox="1"/>
          <p:nvPr/>
        </p:nvSpPr>
        <p:spPr>
          <a:xfrm>
            <a:off x="7884820" y="1998423"/>
            <a:ext cx="428582" cy="369332"/>
          </a:xfrm>
          <a:prstGeom prst="rect">
            <a:avLst/>
          </a:prstGeom>
          <a:noFill/>
        </p:spPr>
        <p:txBody>
          <a:bodyPr wrap="square" rtlCol="0">
            <a:spAutoFit/>
          </a:bodyPr>
          <a:lstStyle/>
          <a:p>
            <a:r>
              <a:rPr lang="en-US" dirty="0"/>
              <a:t>I</a:t>
            </a:r>
            <a:r>
              <a:rPr lang="en-US" baseline="-25000" dirty="0"/>
              <a:t>5</a:t>
            </a:r>
            <a:endParaRPr lang="en-US" dirty="0"/>
          </a:p>
        </p:txBody>
      </p:sp>
      <p:cxnSp>
        <p:nvCxnSpPr>
          <p:cNvPr id="22" name="Straight Connector 21"/>
          <p:cNvCxnSpPr/>
          <p:nvPr/>
        </p:nvCxnSpPr>
        <p:spPr>
          <a:xfrm>
            <a:off x="6408688" y="2231767"/>
            <a:ext cx="370084"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435433" y="2775236"/>
            <a:ext cx="370084"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extLst>
              <p:ext uri="{D42A27DB-BD31-4B8C-83A1-F6EECF244321}">
                <p14:modId xmlns:p14="http://schemas.microsoft.com/office/powerpoint/2010/main" val="1955998439"/>
              </p:ext>
            </p:extLst>
          </p:nvPr>
        </p:nvGraphicFramePr>
        <p:xfrm>
          <a:off x="1250279" y="3295488"/>
          <a:ext cx="7512720" cy="2926080"/>
        </p:xfrm>
        <a:graphic>
          <a:graphicData uri="http://schemas.openxmlformats.org/drawingml/2006/table">
            <a:tbl>
              <a:tblPr firstRow="1" bandRow="1">
                <a:tableStyleId>{5C22544A-7EE6-4342-B048-85BDC9FD1C3A}</a:tableStyleId>
              </a:tblPr>
              <a:tblGrid>
                <a:gridCol w="657363">
                  <a:extLst>
                    <a:ext uri="{9D8B030D-6E8A-4147-A177-3AD203B41FA5}">
                      <a16:colId xmlns:a16="http://schemas.microsoft.com/office/drawing/2014/main" val="20000"/>
                    </a:ext>
                  </a:extLst>
                </a:gridCol>
                <a:gridCol w="1596453">
                  <a:extLst>
                    <a:ext uri="{9D8B030D-6E8A-4147-A177-3AD203B41FA5}">
                      <a16:colId xmlns:a16="http://schemas.microsoft.com/office/drawing/2014/main" val="20001"/>
                    </a:ext>
                  </a:extLst>
                </a:gridCol>
                <a:gridCol w="763105">
                  <a:extLst>
                    <a:ext uri="{9D8B030D-6E8A-4147-A177-3AD203B41FA5}">
                      <a16:colId xmlns:a16="http://schemas.microsoft.com/office/drawing/2014/main" val="20002"/>
                    </a:ext>
                  </a:extLst>
                </a:gridCol>
                <a:gridCol w="1048657">
                  <a:extLst>
                    <a:ext uri="{9D8B030D-6E8A-4147-A177-3AD203B41FA5}">
                      <a16:colId xmlns:a16="http://schemas.microsoft.com/office/drawing/2014/main" val="20003"/>
                    </a:ext>
                  </a:extLst>
                </a:gridCol>
                <a:gridCol w="817690">
                  <a:extLst>
                    <a:ext uri="{9D8B030D-6E8A-4147-A177-3AD203B41FA5}">
                      <a16:colId xmlns:a16="http://schemas.microsoft.com/office/drawing/2014/main" val="20004"/>
                    </a:ext>
                  </a:extLst>
                </a:gridCol>
                <a:gridCol w="1314726">
                  <a:extLst>
                    <a:ext uri="{9D8B030D-6E8A-4147-A177-3AD203B41FA5}">
                      <a16:colId xmlns:a16="http://schemas.microsoft.com/office/drawing/2014/main" val="20005"/>
                    </a:ext>
                  </a:extLst>
                </a:gridCol>
                <a:gridCol w="1314726">
                  <a:extLst>
                    <a:ext uri="{9D8B030D-6E8A-4147-A177-3AD203B41FA5}">
                      <a16:colId xmlns:a16="http://schemas.microsoft.com/office/drawing/2014/main" val="20006"/>
                    </a:ext>
                  </a:extLst>
                </a:gridCol>
              </a:tblGrid>
              <a:tr h="341443">
                <a:tc>
                  <a:txBody>
                    <a:bodyPr/>
                    <a:lstStyle/>
                    <a:p>
                      <a:endParaRPr lang="en-US" dirty="0"/>
                    </a:p>
                  </a:txBody>
                  <a:tcPr/>
                </a:tc>
                <a:tc>
                  <a:txBody>
                    <a:bodyPr/>
                    <a:lstStyle/>
                    <a:p>
                      <a:r>
                        <a:rPr lang="en-US" dirty="0"/>
                        <a:t>State</a:t>
                      </a:r>
                    </a:p>
                  </a:txBody>
                  <a:tcPr/>
                </a:tc>
                <a:tc gridSpan="3">
                  <a:txBody>
                    <a:bodyPr/>
                    <a:lstStyle/>
                    <a:p>
                      <a:r>
                        <a:rPr lang="en-US" dirty="0"/>
                        <a:t>Actions</a:t>
                      </a:r>
                    </a:p>
                  </a:txBody>
                  <a:tcPr/>
                </a:tc>
                <a:tc hMerge="1">
                  <a:txBody>
                    <a:bodyPr/>
                    <a:lstStyle/>
                    <a:p>
                      <a:endParaRPr lang="en-US"/>
                    </a:p>
                  </a:txBody>
                  <a:tcPr/>
                </a:tc>
                <a:tc hMerge="1">
                  <a:txBody>
                    <a:bodyPr/>
                    <a:lstStyle/>
                    <a:p>
                      <a:endParaRPr lang="en-US"/>
                    </a:p>
                  </a:txBody>
                  <a:tcPr/>
                </a:tc>
                <a:tc gridSpan="2">
                  <a:txBody>
                    <a:bodyPr/>
                    <a:lstStyle/>
                    <a:p>
                      <a:r>
                        <a:rPr lang="en-US" dirty="0"/>
                        <a:t>GO-TO</a:t>
                      </a:r>
                    </a:p>
                  </a:txBody>
                  <a:tcPr/>
                </a:tc>
                <a:tc hMerge="1">
                  <a:txBody>
                    <a:bodyPr/>
                    <a:lstStyle/>
                    <a:p>
                      <a:endParaRPr lang="en-US" dirty="0"/>
                    </a:p>
                  </a:txBody>
                  <a:tcPr/>
                </a:tc>
                <a:extLst>
                  <a:ext uri="{0D108BD9-81ED-4DB2-BD59-A6C34878D82A}">
                    <a16:rowId xmlns:a16="http://schemas.microsoft.com/office/drawing/2014/main" val="10000"/>
                  </a:ext>
                </a:extLst>
              </a:tr>
              <a:tr h="341443">
                <a:tc>
                  <a:txBody>
                    <a:bodyPr/>
                    <a:lstStyle/>
                    <a:p>
                      <a:endParaRPr lang="en-US"/>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id</a:t>
                      </a:r>
                    </a:p>
                  </a:txBody>
                  <a:tcPr/>
                </a:tc>
                <a:tc>
                  <a:txBody>
                    <a:bodyPr/>
                    <a:lstStyle/>
                    <a:p>
                      <a:r>
                        <a:rPr lang="en-US" dirty="0"/>
                        <a:t>+ </a:t>
                      </a:r>
                    </a:p>
                  </a:txBody>
                  <a:tcPr/>
                </a:tc>
                <a:tc>
                  <a:txBody>
                    <a:bodyPr/>
                    <a:lstStyle/>
                    <a:p>
                      <a:r>
                        <a:rPr lang="en-US" dirty="0"/>
                        <a:t>$</a:t>
                      </a:r>
                    </a:p>
                  </a:txBody>
                  <a:tcPr/>
                </a:tc>
                <a:tc>
                  <a:txBody>
                    <a:bodyPr/>
                    <a:lstStyle/>
                    <a:p>
                      <a:r>
                        <a:rPr lang="en-US" dirty="0"/>
                        <a:t>E</a:t>
                      </a:r>
                    </a:p>
                  </a:txBody>
                  <a:tcPr/>
                </a:tc>
                <a:tc>
                  <a:txBody>
                    <a:bodyPr/>
                    <a:lstStyle/>
                    <a:p>
                      <a:r>
                        <a:rPr lang="en-US" dirty="0"/>
                        <a:t>T</a:t>
                      </a:r>
                    </a:p>
                  </a:txBody>
                  <a:tcPr/>
                </a:tc>
                <a:extLst>
                  <a:ext uri="{0D108BD9-81ED-4DB2-BD59-A6C34878D82A}">
                    <a16:rowId xmlns:a16="http://schemas.microsoft.com/office/drawing/2014/main" val="10001"/>
                  </a:ext>
                </a:extLst>
              </a:tr>
              <a:tr h="341443">
                <a:tc>
                  <a:txBody>
                    <a:bodyPr/>
                    <a:lstStyle/>
                    <a:p>
                      <a:endParaRPr lang="en-US"/>
                    </a:p>
                  </a:txBody>
                  <a:tcPr/>
                </a:tc>
                <a:tc>
                  <a:txBody>
                    <a:bodyPr/>
                    <a:lstStyle/>
                    <a:p>
                      <a:r>
                        <a:rPr lang="en-US" dirty="0"/>
                        <a:t>I</a:t>
                      </a:r>
                      <a:r>
                        <a:rPr lang="en-US" baseline="-25000" dirty="0"/>
                        <a:t>0</a:t>
                      </a:r>
                      <a:endParaRPr lang="en-US" dirty="0"/>
                    </a:p>
                  </a:txBody>
                  <a:tcPr/>
                </a:tc>
                <a:tc>
                  <a:txBody>
                    <a:bodyPr/>
                    <a:lstStyle/>
                    <a:p>
                      <a:r>
                        <a:rPr lang="en-US" baseline="0" dirty="0"/>
                        <a:t>S</a:t>
                      </a:r>
                      <a:r>
                        <a:rPr lang="en-US" baseline="-25000" dirty="0"/>
                        <a:t>3</a:t>
                      </a:r>
                      <a:endParaRPr lang="en-US" dirty="0"/>
                    </a:p>
                  </a:txBody>
                  <a:tcPr/>
                </a:tc>
                <a:tc>
                  <a:txBody>
                    <a:bodyPr/>
                    <a:lstStyle/>
                    <a:p>
                      <a:endParaRPr lang="en-US" dirty="0"/>
                    </a:p>
                  </a:txBody>
                  <a:tcPr/>
                </a:tc>
                <a:tc>
                  <a:txBody>
                    <a:bodyPr/>
                    <a:lstStyle/>
                    <a:p>
                      <a:endParaRPr lang="en-US" dirty="0"/>
                    </a:p>
                  </a:txBody>
                  <a:tcPr/>
                </a:tc>
                <a:tc>
                  <a:txBody>
                    <a:bodyPr/>
                    <a:lstStyle/>
                    <a:p>
                      <a:r>
                        <a:rPr lang="en-US" dirty="0"/>
                        <a:t>I</a:t>
                      </a:r>
                      <a:r>
                        <a:rPr lang="en-US" baseline="-25000" dirty="0"/>
                        <a:t>1</a:t>
                      </a:r>
                      <a:endParaRPr lang="en-US" dirty="0"/>
                    </a:p>
                  </a:txBody>
                  <a:tcPr/>
                </a:tc>
                <a:tc>
                  <a:txBody>
                    <a:bodyPr/>
                    <a:lstStyle/>
                    <a:p>
                      <a:r>
                        <a:rPr lang="en-US" dirty="0"/>
                        <a:t>I</a:t>
                      </a:r>
                      <a:r>
                        <a:rPr lang="en-US" baseline="-25000" dirty="0"/>
                        <a:t>2</a:t>
                      </a:r>
                      <a:endParaRPr lang="en-US" dirty="0"/>
                    </a:p>
                  </a:txBody>
                  <a:tcPr/>
                </a:tc>
                <a:extLst>
                  <a:ext uri="{0D108BD9-81ED-4DB2-BD59-A6C34878D82A}">
                    <a16:rowId xmlns:a16="http://schemas.microsoft.com/office/drawing/2014/main" val="10002"/>
                  </a:ext>
                </a:extLst>
              </a:tr>
              <a:tr h="341443">
                <a:tc>
                  <a:txBody>
                    <a:bodyPr/>
                    <a:lstStyle/>
                    <a:p>
                      <a:endParaRPr lang="en-US"/>
                    </a:p>
                  </a:txBody>
                  <a:tcPr/>
                </a:tc>
                <a:tc>
                  <a:txBody>
                    <a:bodyPr/>
                    <a:lstStyle/>
                    <a:p>
                      <a:r>
                        <a:rPr lang="en-US" dirty="0"/>
                        <a:t>I</a:t>
                      </a:r>
                      <a:r>
                        <a:rPr lang="en-US" baseline="-25000" dirty="0"/>
                        <a:t>1</a:t>
                      </a:r>
                      <a:endParaRPr lang="en-US" dirty="0"/>
                    </a:p>
                  </a:txBody>
                  <a:tcPr/>
                </a:tc>
                <a:tc>
                  <a:txBody>
                    <a:bodyPr/>
                    <a:lstStyle/>
                    <a:p>
                      <a:endParaRPr lang="en-US" dirty="0"/>
                    </a:p>
                  </a:txBody>
                  <a:tcPr/>
                </a:tc>
                <a:tc>
                  <a:txBody>
                    <a:bodyPr/>
                    <a:lstStyle/>
                    <a:p>
                      <a:endParaRPr lang="en-US" dirty="0"/>
                    </a:p>
                  </a:txBody>
                  <a:tcPr/>
                </a:tc>
                <a:tc>
                  <a:txBody>
                    <a:bodyPr/>
                    <a:lstStyle/>
                    <a:p>
                      <a:r>
                        <a:rPr lang="en-US" dirty="0"/>
                        <a:t>AS</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46872">
                <a:tc>
                  <a:txBody>
                    <a:bodyPr/>
                    <a:lstStyle/>
                    <a:p>
                      <a:endParaRPr lang="en-US"/>
                    </a:p>
                  </a:txBody>
                  <a:tcPr/>
                </a:tc>
                <a:tc>
                  <a:txBody>
                    <a:bodyPr/>
                    <a:lstStyle/>
                    <a:p>
                      <a:r>
                        <a:rPr lang="en-US" dirty="0"/>
                        <a:t>I</a:t>
                      </a:r>
                      <a:r>
                        <a:rPr lang="en-US" baseline="-25000" dirty="0"/>
                        <a:t>2</a:t>
                      </a:r>
                      <a:endParaRPr lang="en-US" dirty="0"/>
                    </a:p>
                  </a:txBody>
                  <a:tcPr/>
                </a:tc>
                <a:tc>
                  <a:txBody>
                    <a:bodyPr/>
                    <a:lstStyle/>
                    <a:p>
                      <a:r>
                        <a:rPr lang="en-US" dirty="0"/>
                        <a:t>R</a:t>
                      </a:r>
                      <a:r>
                        <a:rPr lang="en-US" baseline="-25000" dirty="0"/>
                        <a:t>2</a:t>
                      </a:r>
                      <a:endParaRPr lang="en-US" dirty="0"/>
                    </a:p>
                  </a:txBody>
                  <a:tcPr/>
                </a:tc>
                <a:tc>
                  <a:txBody>
                    <a:bodyPr/>
                    <a:lstStyle/>
                    <a:p>
                      <a:r>
                        <a:rPr lang="en-US" baseline="0" dirty="0">
                          <a:solidFill>
                            <a:srgbClr val="FF0000"/>
                          </a:solidFill>
                        </a:rPr>
                        <a:t>S</a:t>
                      </a:r>
                      <a:r>
                        <a:rPr lang="en-US" baseline="-25000" dirty="0">
                          <a:solidFill>
                            <a:srgbClr val="FF0000"/>
                          </a:solidFill>
                        </a:rPr>
                        <a:t>4</a:t>
                      </a:r>
                      <a:r>
                        <a:rPr lang="en-US" baseline="0" dirty="0">
                          <a:solidFill>
                            <a:srgbClr val="FF0000"/>
                          </a:solidFill>
                        </a:rPr>
                        <a:t> /</a:t>
                      </a:r>
                      <a:r>
                        <a:rPr lang="en-US" dirty="0">
                          <a:solidFill>
                            <a:srgbClr val="FF0000"/>
                          </a:solidFill>
                        </a:rPr>
                        <a:t>R</a:t>
                      </a:r>
                      <a:r>
                        <a:rPr lang="en-US" baseline="-25000" dirty="0">
                          <a:solidFill>
                            <a:srgbClr val="FF0000"/>
                          </a:solidFill>
                        </a:rPr>
                        <a:t>2</a:t>
                      </a:r>
                      <a:endParaRPr lang="en-US" dirty="0">
                        <a:solidFill>
                          <a:srgbClr val="FF0000"/>
                        </a:solidFill>
                      </a:endParaRPr>
                    </a:p>
                  </a:txBody>
                  <a:tcPr/>
                </a:tc>
                <a:tc>
                  <a:txBody>
                    <a:bodyPr/>
                    <a:lstStyle/>
                    <a:p>
                      <a:r>
                        <a:rPr lang="en-US" dirty="0"/>
                        <a:t>R</a:t>
                      </a:r>
                      <a:r>
                        <a:rPr lang="en-US" baseline="-25000" dirty="0"/>
                        <a:t>2</a:t>
                      </a:r>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4"/>
                  </a:ext>
                </a:extLst>
              </a:tr>
              <a:tr h="341443">
                <a:tc>
                  <a:txBody>
                    <a:bodyPr/>
                    <a:lstStyle/>
                    <a:p>
                      <a:endParaRPr lang="en-US"/>
                    </a:p>
                  </a:txBody>
                  <a:tcPr/>
                </a:tc>
                <a:tc>
                  <a:txBody>
                    <a:bodyPr/>
                    <a:lstStyle/>
                    <a:p>
                      <a:r>
                        <a:rPr lang="en-US" dirty="0"/>
                        <a:t>I</a:t>
                      </a:r>
                      <a:r>
                        <a:rPr lang="en-US" baseline="-25000" dirty="0"/>
                        <a:t>3</a:t>
                      </a:r>
                      <a:endParaRPr lang="en-US" dirty="0"/>
                    </a:p>
                  </a:txBody>
                  <a:tcPr/>
                </a:tc>
                <a:tc>
                  <a:txBody>
                    <a:bodyPr/>
                    <a:lstStyle/>
                    <a:p>
                      <a:r>
                        <a:rPr lang="en-US" dirty="0"/>
                        <a:t>R</a:t>
                      </a:r>
                      <a:r>
                        <a:rPr lang="en-US" baseline="-25000" dirty="0"/>
                        <a:t>3</a:t>
                      </a:r>
                      <a:endParaRPr lang="en-US" dirty="0"/>
                    </a:p>
                  </a:txBody>
                  <a:tcPr/>
                </a:tc>
                <a:tc>
                  <a:txBody>
                    <a:bodyPr/>
                    <a:lstStyle/>
                    <a:p>
                      <a:r>
                        <a:rPr lang="en-US" dirty="0"/>
                        <a:t>R</a:t>
                      </a:r>
                      <a:r>
                        <a:rPr lang="en-US" baseline="-25000" dirty="0"/>
                        <a:t>3</a:t>
                      </a:r>
                      <a:endParaRPr lang="en-US" dirty="0"/>
                    </a:p>
                  </a:txBody>
                  <a:tcPr/>
                </a:tc>
                <a:tc>
                  <a:txBody>
                    <a:bodyPr/>
                    <a:lstStyle/>
                    <a:p>
                      <a:r>
                        <a:rPr lang="en-US" dirty="0"/>
                        <a:t>R</a:t>
                      </a:r>
                      <a:r>
                        <a:rPr lang="en-US" baseline="-25000" dirty="0"/>
                        <a:t>3</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41443">
                <a:tc>
                  <a:txBody>
                    <a:bodyPr/>
                    <a:lstStyle/>
                    <a:p>
                      <a:endParaRPr lang="en-US"/>
                    </a:p>
                  </a:txBody>
                  <a:tcPr/>
                </a:tc>
                <a:tc>
                  <a:txBody>
                    <a:bodyPr/>
                    <a:lstStyle/>
                    <a:p>
                      <a:r>
                        <a:rPr lang="en-US" dirty="0"/>
                        <a:t>I</a:t>
                      </a:r>
                      <a:r>
                        <a:rPr lang="en-US" baseline="-25000" dirty="0"/>
                        <a:t>4</a:t>
                      </a:r>
                      <a:endParaRPr lang="en-US" dirty="0"/>
                    </a:p>
                  </a:txBody>
                  <a:tcPr/>
                </a:tc>
                <a:tc>
                  <a:txBody>
                    <a:bodyPr/>
                    <a:lstStyle/>
                    <a:p>
                      <a:r>
                        <a:rPr lang="en-US" baseline="0" dirty="0"/>
                        <a:t>S</a:t>
                      </a:r>
                      <a:r>
                        <a:rPr lang="en-US" baseline="-25000" dirty="0"/>
                        <a:t>3</a:t>
                      </a:r>
                      <a:endParaRPr lang="en-US" dirty="0"/>
                    </a:p>
                  </a:txBody>
                  <a:tcPr/>
                </a:tc>
                <a:tc>
                  <a:txBody>
                    <a:bodyPr/>
                    <a:lstStyle/>
                    <a:p>
                      <a:endParaRPr lang="en-US" dirty="0"/>
                    </a:p>
                  </a:txBody>
                  <a:tcPr/>
                </a:tc>
                <a:tc>
                  <a:txBody>
                    <a:bodyPr/>
                    <a:lstStyle/>
                    <a:p>
                      <a:endParaRPr lang="en-US" dirty="0"/>
                    </a:p>
                  </a:txBody>
                  <a:tcPr/>
                </a:tc>
                <a:tc>
                  <a:txBody>
                    <a:bodyPr/>
                    <a:lstStyle/>
                    <a:p>
                      <a:r>
                        <a:rPr lang="en-US" dirty="0"/>
                        <a:t>I</a:t>
                      </a:r>
                      <a:r>
                        <a:rPr lang="en-US" baseline="-25000" dirty="0"/>
                        <a:t>5</a:t>
                      </a:r>
                      <a:endParaRPr lang="en-US" dirty="0"/>
                    </a:p>
                  </a:txBody>
                  <a:tcPr/>
                </a:tc>
                <a:tc>
                  <a:txBody>
                    <a:bodyPr/>
                    <a:lstStyle/>
                    <a:p>
                      <a:r>
                        <a:rPr lang="en-US" dirty="0"/>
                        <a:t>I</a:t>
                      </a:r>
                      <a:r>
                        <a:rPr lang="en-US" baseline="-25000" dirty="0"/>
                        <a:t>2</a:t>
                      </a:r>
                      <a:endParaRPr lang="en-US" dirty="0"/>
                    </a:p>
                  </a:txBody>
                  <a:tcPr/>
                </a:tc>
                <a:extLst>
                  <a:ext uri="{0D108BD9-81ED-4DB2-BD59-A6C34878D82A}">
                    <a16:rowId xmlns:a16="http://schemas.microsoft.com/office/drawing/2014/main" val="10006"/>
                  </a:ext>
                </a:extLst>
              </a:tr>
              <a:tr h="341443">
                <a:tc>
                  <a:txBody>
                    <a:bodyPr/>
                    <a:lstStyle/>
                    <a:p>
                      <a:endParaRPr lang="en-US"/>
                    </a:p>
                  </a:txBody>
                  <a:tcPr/>
                </a:tc>
                <a:tc>
                  <a:txBody>
                    <a:bodyPr/>
                    <a:lstStyle/>
                    <a:p>
                      <a:r>
                        <a:rPr lang="en-US" dirty="0"/>
                        <a:t>I</a:t>
                      </a:r>
                      <a:r>
                        <a:rPr lang="en-US" baseline="-25000" dirty="0"/>
                        <a:t>5</a:t>
                      </a:r>
                      <a:endParaRPr lang="en-US" dirty="0"/>
                    </a:p>
                  </a:txBody>
                  <a:tcPr/>
                </a:tc>
                <a:tc>
                  <a:txBody>
                    <a:bodyPr/>
                    <a:lstStyle/>
                    <a:p>
                      <a:r>
                        <a:rPr lang="en-US" dirty="0"/>
                        <a:t>R</a:t>
                      </a:r>
                      <a:r>
                        <a:rPr lang="en-US" baseline="-25000" dirty="0"/>
                        <a:t>1</a:t>
                      </a:r>
                      <a:endParaRPr lang="en-US" dirty="0"/>
                    </a:p>
                  </a:txBody>
                  <a:tcPr/>
                </a:tc>
                <a:tc>
                  <a:txBody>
                    <a:bodyPr/>
                    <a:lstStyle/>
                    <a:p>
                      <a:r>
                        <a:rPr lang="en-US" dirty="0"/>
                        <a:t>R</a:t>
                      </a:r>
                      <a:r>
                        <a:rPr lang="en-US" baseline="-25000" dirty="0"/>
                        <a:t>1</a:t>
                      </a:r>
                      <a:endParaRPr lang="en-US" dirty="0"/>
                    </a:p>
                  </a:txBody>
                  <a:tcPr/>
                </a:tc>
                <a:tc>
                  <a:txBody>
                    <a:bodyPr/>
                    <a:lstStyle/>
                    <a:p>
                      <a:r>
                        <a:rPr lang="en-US" dirty="0"/>
                        <a:t>R</a:t>
                      </a:r>
                      <a:r>
                        <a:rPr lang="en-US" baseline="-25000" dirty="0"/>
                        <a:t>1</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sp>
        <p:nvSpPr>
          <p:cNvPr id="43" name="TextBox 42"/>
          <p:cNvSpPr txBox="1"/>
          <p:nvPr/>
        </p:nvSpPr>
        <p:spPr>
          <a:xfrm>
            <a:off x="2462555" y="2368919"/>
            <a:ext cx="2339893" cy="261610"/>
          </a:xfrm>
          <a:prstGeom prst="rect">
            <a:avLst/>
          </a:prstGeom>
          <a:noFill/>
        </p:spPr>
        <p:txBody>
          <a:bodyPr wrap="square" rtlCol="0">
            <a:spAutoFit/>
          </a:bodyPr>
          <a:lstStyle/>
          <a:p>
            <a:r>
              <a:rPr lang="en-US" sz="1100" dirty="0"/>
              <a:t>Reduced term2 R</a:t>
            </a:r>
            <a:r>
              <a:rPr lang="en-US" sz="1100" baseline="-25000" dirty="0"/>
              <a:t>2</a:t>
            </a:r>
            <a:endParaRPr lang="en-US" sz="1100" dirty="0"/>
          </a:p>
        </p:txBody>
      </p:sp>
      <p:sp>
        <p:nvSpPr>
          <p:cNvPr id="4" name="Rectangle 3"/>
          <p:cNvSpPr/>
          <p:nvPr/>
        </p:nvSpPr>
        <p:spPr>
          <a:xfrm>
            <a:off x="1728054" y="6332643"/>
            <a:ext cx="5352812" cy="369332"/>
          </a:xfrm>
          <a:prstGeom prst="rect">
            <a:avLst/>
          </a:prstGeom>
        </p:spPr>
        <p:txBody>
          <a:bodyPr wrap="none">
            <a:spAutoFit/>
          </a:bodyPr>
          <a:lstStyle/>
          <a:p>
            <a:r>
              <a:rPr lang="en-US" dirty="0">
                <a:solidFill>
                  <a:srgbClr val="00B0F0"/>
                </a:solidFill>
              </a:rPr>
              <a:t>Conflict: In Action shift and reduce at same places </a:t>
            </a:r>
          </a:p>
        </p:txBody>
      </p:sp>
    </p:spTree>
    <p:extLst>
      <p:ext uri="{BB962C8B-B14F-4D97-AF65-F5344CB8AC3E}">
        <p14:creationId xmlns:p14="http://schemas.microsoft.com/office/powerpoint/2010/main" val="214088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9A4AF-8A0F-4045-86AA-92594328DA3B}"/>
              </a:ext>
            </a:extLst>
          </p:cNvPr>
          <p:cNvSpPr>
            <a:spLocks noGrp="1"/>
          </p:cNvSpPr>
          <p:nvPr>
            <p:ph type="title"/>
          </p:nvPr>
        </p:nvSpPr>
        <p:spPr>
          <a:xfrm>
            <a:off x="425395" y="857250"/>
            <a:ext cx="7543800" cy="347870"/>
          </a:xfrm>
        </p:spPr>
        <p:txBody>
          <a:bodyPr>
            <a:normAutofit fontScale="90000"/>
          </a:bodyPr>
          <a:lstStyle/>
          <a:p>
            <a:r>
              <a:rPr lang="en-US" dirty="0">
                <a:latin typeface="Times New Roman" panose="02020603050405020304" pitchFamily="18" charset="0"/>
                <a:cs typeface="Times New Roman" panose="02020603050405020304" pitchFamily="18" charset="0"/>
              </a:rPr>
              <a:t>SLR Implementation</a:t>
            </a:r>
          </a:p>
        </p:txBody>
      </p:sp>
      <p:sp>
        <p:nvSpPr>
          <p:cNvPr id="3" name="Content Placeholder 2">
            <a:extLst>
              <a:ext uri="{FF2B5EF4-FFF2-40B4-BE49-F238E27FC236}">
                <a16:creationId xmlns:a16="http://schemas.microsoft.com/office/drawing/2014/main" id="{14D1B60F-D594-4BCC-A83F-51739299B10C}"/>
              </a:ext>
            </a:extLst>
          </p:cNvPr>
          <p:cNvSpPr>
            <a:spLocks noGrp="1"/>
          </p:cNvSpPr>
          <p:nvPr>
            <p:ph idx="1"/>
          </p:nvPr>
        </p:nvSpPr>
        <p:spPr>
          <a:xfrm>
            <a:off x="301753" y="1513879"/>
            <a:ext cx="3567389" cy="4399867"/>
          </a:xfrm>
        </p:spPr>
        <p:txBody>
          <a:bodyPr>
            <a:normAutofit/>
          </a:bodyPr>
          <a:lstStyle/>
          <a:p>
            <a:r>
              <a:rPr lang="en-US" sz="1500" dirty="0">
                <a:latin typeface="Times New Roman" panose="02020603050405020304" pitchFamily="18" charset="0"/>
                <a:cs typeface="Times New Roman" panose="02020603050405020304" pitchFamily="18" charset="0"/>
              </a:rPr>
              <a:t>E  </a:t>
            </a:r>
            <a:r>
              <a:rPr lang="en-US" sz="1500" dirty="0">
                <a:latin typeface="Times New Roman" panose="02020603050405020304" pitchFamily="18" charset="0"/>
                <a:cs typeface="Times New Roman" panose="02020603050405020304" pitchFamily="18" charset="0"/>
                <a:sym typeface="Wingdings" panose="05000000000000000000" pitchFamily="2" charset="2"/>
              </a:rPr>
              <a:t> E + T  | T</a:t>
            </a:r>
          </a:p>
          <a:p>
            <a:r>
              <a:rPr lang="en-US" sz="1500" dirty="0">
                <a:latin typeface="Times New Roman" panose="02020603050405020304" pitchFamily="18" charset="0"/>
                <a:cs typeface="Times New Roman" panose="02020603050405020304" pitchFamily="18" charset="0"/>
                <a:sym typeface="Wingdings" panose="05000000000000000000" pitchFamily="2" charset="2"/>
              </a:rPr>
              <a:t>T   T * F  |  F</a:t>
            </a:r>
          </a:p>
          <a:p>
            <a:r>
              <a:rPr lang="en-US" sz="1500" dirty="0">
                <a:latin typeface="Times New Roman" panose="02020603050405020304" pitchFamily="18" charset="0"/>
                <a:cs typeface="Times New Roman" panose="02020603050405020304" pitchFamily="18" charset="0"/>
                <a:sym typeface="Wingdings" panose="05000000000000000000" pitchFamily="2" charset="2"/>
              </a:rPr>
              <a:t>F    (E)  |  id</a:t>
            </a:r>
          </a:p>
          <a:p>
            <a:endParaRPr lang="en-US" sz="1500" dirty="0">
              <a:latin typeface="Times New Roman" panose="02020603050405020304" pitchFamily="18" charset="0"/>
              <a:cs typeface="Times New Roman" panose="02020603050405020304" pitchFamily="18" charset="0"/>
              <a:sym typeface="Wingdings" panose="05000000000000000000" pitchFamily="2" charset="2"/>
            </a:endParaRPr>
          </a:p>
          <a:p>
            <a:r>
              <a:rPr lang="en-US" sz="1500" dirty="0">
                <a:latin typeface="Times New Roman" panose="02020603050405020304" pitchFamily="18" charset="0"/>
                <a:cs typeface="Times New Roman" panose="02020603050405020304" pitchFamily="18" charset="0"/>
                <a:sym typeface="Wingdings" panose="05000000000000000000" pitchFamily="2" charset="2"/>
              </a:rPr>
              <a:t>Step-1:    we Augmented the grammar</a:t>
            </a:r>
          </a:p>
          <a:p>
            <a:r>
              <a:rPr lang="en-US" sz="1500" dirty="0">
                <a:latin typeface="Times New Roman" panose="02020603050405020304" pitchFamily="18" charset="0"/>
                <a:cs typeface="Times New Roman" panose="02020603050405020304" pitchFamily="18" charset="0"/>
              </a:rPr>
              <a:t>E  </a:t>
            </a:r>
            <a:r>
              <a:rPr lang="en-US" sz="1500" dirty="0">
                <a:latin typeface="Times New Roman" panose="02020603050405020304" pitchFamily="18" charset="0"/>
                <a:cs typeface="Times New Roman" panose="02020603050405020304" pitchFamily="18" charset="0"/>
                <a:sym typeface="Wingdings" panose="05000000000000000000" pitchFamily="2" charset="2"/>
              </a:rPr>
              <a:t> E + T </a:t>
            </a:r>
          </a:p>
          <a:p>
            <a:r>
              <a:rPr lang="en-US" sz="1500" dirty="0">
                <a:latin typeface="Times New Roman" panose="02020603050405020304" pitchFamily="18" charset="0"/>
                <a:cs typeface="Times New Roman" panose="02020603050405020304" pitchFamily="18" charset="0"/>
              </a:rPr>
              <a:t>E  </a:t>
            </a:r>
            <a:r>
              <a:rPr lang="en-US" sz="1500" dirty="0">
                <a:latin typeface="Times New Roman" panose="02020603050405020304" pitchFamily="18" charset="0"/>
                <a:cs typeface="Times New Roman" panose="02020603050405020304" pitchFamily="18" charset="0"/>
                <a:sym typeface="Wingdings" panose="05000000000000000000" pitchFamily="2" charset="2"/>
              </a:rPr>
              <a:t>  T</a:t>
            </a:r>
          </a:p>
          <a:p>
            <a:r>
              <a:rPr lang="en-US" sz="1500" dirty="0">
                <a:latin typeface="Times New Roman" panose="02020603050405020304" pitchFamily="18" charset="0"/>
                <a:cs typeface="Times New Roman" panose="02020603050405020304" pitchFamily="18" charset="0"/>
                <a:sym typeface="Wingdings" panose="05000000000000000000" pitchFamily="2" charset="2"/>
              </a:rPr>
              <a:t>T   T * F </a:t>
            </a:r>
          </a:p>
          <a:p>
            <a:r>
              <a:rPr lang="en-US" sz="1500" dirty="0">
                <a:latin typeface="Times New Roman" panose="02020603050405020304" pitchFamily="18" charset="0"/>
                <a:cs typeface="Times New Roman" panose="02020603050405020304" pitchFamily="18" charset="0"/>
                <a:sym typeface="Wingdings" panose="05000000000000000000" pitchFamily="2" charset="2"/>
              </a:rPr>
              <a:t>T    F</a:t>
            </a:r>
          </a:p>
          <a:p>
            <a:r>
              <a:rPr lang="en-US" sz="1500" dirty="0">
                <a:latin typeface="Times New Roman" panose="02020603050405020304" pitchFamily="18" charset="0"/>
                <a:cs typeface="Times New Roman" panose="02020603050405020304" pitchFamily="18" charset="0"/>
                <a:sym typeface="Wingdings" panose="05000000000000000000" pitchFamily="2" charset="2"/>
              </a:rPr>
              <a:t>F    (E)</a:t>
            </a:r>
          </a:p>
          <a:p>
            <a:r>
              <a:rPr lang="en-US" sz="1500" dirty="0">
                <a:latin typeface="Times New Roman" panose="02020603050405020304" pitchFamily="18" charset="0"/>
                <a:cs typeface="Times New Roman" panose="02020603050405020304" pitchFamily="18" charset="0"/>
                <a:sym typeface="Wingdings" panose="05000000000000000000" pitchFamily="2" charset="2"/>
              </a:rPr>
              <a:t>F    id</a:t>
            </a:r>
          </a:p>
        </p:txBody>
      </p:sp>
      <p:sp>
        <p:nvSpPr>
          <p:cNvPr id="4" name="Content Placeholder 2">
            <a:extLst>
              <a:ext uri="{FF2B5EF4-FFF2-40B4-BE49-F238E27FC236}">
                <a16:creationId xmlns:a16="http://schemas.microsoft.com/office/drawing/2014/main" id="{11DF02DE-4735-45F2-855C-FF0F36E567E6}"/>
              </a:ext>
            </a:extLst>
          </p:cNvPr>
          <p:cNvSpPr txBox="1">
            <a:spLocks/>
          </p:cNvSpPr>
          <p:nvPr/>
        </p:nvSpPr>
        <p:spPr>
          <a:xfrm>
            <a:off x="4710191" y="1242625"/>
            <a:ext cx="4433809" cy="4758125"/>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1200" dirty="0">
                <a:latin typeface="Times New Roman" panose="02020603050405020304" pitchFamily="18" charset="0"/>
                <a:cs typeface="Times New Roman" panose="02020603050405020304" pitchFamily="18" charset="0"/>
                <a:sym typeface="Wingdings" panose="05000000000000000000" pitchFamily="2" charset="2"/>
              </a:rPr>
              <a:t>If start Symbol is recursive in right side of the production make a new variable as start symbol</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E`   E</a:t>
            </a:r>
          </a:p>
          <a:p>
            <a:r>
              <a:rPr lang="en-US" sz="1200" dirty="0">
                <a:latin typeface="Times New Roman" panose="02020603050405020304" pitchFamily="18" charset="0"/>
                <a:cs typeface="Times New Roman" panose="02020603050405020304" pitchFamily="18" charset="0"/>
              </a:rPr>
              <a:t>E  </a:t>
            </a:r>
            <a:r>
              <a:rPr lang="en-US" sz="1200" dirty="0">
                <a:latin typeface="Times New Roman" panose="02020603050405020304" pitchFamily="18" charset="0"/>
                <a:cs typeface="Times New Roman" panose="02020603050405020304" pitchFamily="18" charset="0"/>
                <a:sym typeface="Wingdings" panose="05000000000000000000" pitchFamily="2" charset="2"/>
              </a:rPr>
              <a:t> E + T </a:t>
            </a:r>
          </a:p>
          <a:p>
            <a:r>
              <a:rPr lang="en-US" sz="1200" dirty="0">
                <a:latin typeface="Times New Roman" panose="02020603050405020304" pitchFamily="18" charset="0"/>
                <a:cs typeface="Times New Roman" panose="02020603050405020304" pitchFamily="18" charset="0"/>
              </a:rPr>
              <a:t>E  </a:t>
            </a:r>
            <a:r>
              <a:rPr lang="en-US" sz="1200" dirty="0">
                <a:latin typeface="Times New Roman" panose="02020603050405020304" pitchFamily="18" charset="0"/>
                <a:cs typeface="Times New Roman" panose="02020603050405020304" pitchFamily="18" charset="0"/>
                <a:sym typeface="Wingdings" panose="05000000000000000000" pitchFamily="2" charset="2"/>
              </a:rPr>
              <a:t>  T</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T   T * F </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T    F</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F    (E)</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F    id</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And than place a • in the beginning of each product.</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E`   • E</a:t>
            </a:r>
          </a:p>
          <a:p>
            <a:r>
              <a:rPr lang="en-US" sz="1200" dirty="0">
                <a:latin typeface="Times New Roman" panose="02020603050405020304" pitchFamily="18" charset="0"/>
                <a:cs typeface="Times New Roman" panose="02020603050405020304" pitchFamily="18" charset="0"/>
              </a:rPr>
              <a:t>E  </a:t>
            </a:r>
            <a:r>
              <a:rPr lang="en-US" sz="1200" dirty="0">
                <a:latin typeface="Times New Roman" panose="02020603050405020304" pitchFamily="18" charset="0"/>
                <a:cs typeface="Times New Roman" panose="02020603050405020304" pitchFamily="18" charset="0"/>
                <a:sym typeface="Wingdings" panose="05000000000000000000" pitchFamily="2" charset="2"/>
              </a:rPr>
              <a:t> • E + T </a:t>
            </a:r>
          </a:p>
          <a:p>
            <a:r>
              <a:rPr lang="en-US" sz="1200" dirty="0">
                <a:latin typeface="Times New Roman" panose="02020603050405020304" pitchFamily="18" charset="0"/>
                <a:cs typeface="Times New Roman" panose="02020603050405020304" pitchFamily="18" charset="0"/>
              </a:rPr>
              <a:t>E  </a:t>
            </a:r>
            <a:r>
              <a:rPr lang="en-US" sz="1200" dirty="0">
                <a:latin typeface="Times New Roman" panose="02020603050405020304" pitchFamily="18" charset="0"/>
                <a:cs typeface="Times New Roman" panose="02020603050405020304" pitchFamily="18" charset="0"/>
                <a:sym typeface="Wingdings" panose="05000000000000000000" pitchFamily="2" charset="2"/>
              </a:rPr>
              <a:t> • T</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T   • T * F </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T   • F</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F   •(E)</a:t>
            </a:r>
          </a:p>
          <a:p>
            <a:r>
              <a:rPr lang="en-US" sz="1200" dirty="0">
                <a:latin typeface="Times New Roman" panose="02020603050405020304" pitchFamily="18" charset="0"/>
                <a:cs typeface="Times New Roman" panose="02020603050405020304" pitchFamily="18" charset="0"/>
                <a:sym typeface="Wingdings" panose="05000000000000000000" pitchFamily="2" charset="2"/>
              </a:rPr>
              <a:t>F   • id</a:t>
            </a:r>
          </a:p>
          <a:p>
            <a:endParaRPr lang="en-US"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DC6639-E6D5-48CC-8417-1DE3934C179A}"/>
              </a:ext>
            </a:extLst>
          </p:cNvPr>
          <p:cNvSpPr txBox="1"/>
          <p:nvPr/>
        </p:nvSpPr>
        <p:spPr>
          <a:xfrm>
            <a:off x="6353558" y="4444438"/>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sz="1500" b="1" baseline="-25000" dirty="0">
                <a:latin typeface="Times New Roman" panose="02020603050405020304" pitchFamily="18" charset="0"/>
                <a:cs typeface="Times New Roman" panose="02020603050405020304" pitchFamily="18" charset="0"/>
              </a:rPr>
              <a:t>0</a:t>
            </a:r>
            <a:endParaRPr lang="en-US" sz="2400" b="1" baseline="-25000" dirty="0">
              <a:latin typeface="Times New Roman" panose="02020603050405020304" pitchFamily="18" charset="0"/>
              <a:cs typeface="Times New Roman" panose="02020603050405020304" pitchFamily="18" charset="0"/>
            </a:endParaRPr>
          </a:p>
        </p:txBody>
      </p:sp>
      <p:sp>
        <p:nvSpPr>
          <p:cNvPr id="6" name="Right Bracket 5">
            <a:extLst>
              <a:ext uri="{FF2B5EF4-FFF2-40B4-BE49-F238E27FC236}">
                <a16:creationId xmlns:a16="http://schemas.microsoft.com/office/drawing/2014/main" id="{5B0F800A-C51D-48DF-8599-4506CE80F740}"/>
              </a:ext>
            </a:extLst>
          </p:cNvPr>
          <p:cNvSpPr/>
          <p:nvPr/>
        </p:nvSpPr>
        <p:spPr>
          <a:xfrm>
            <a:off x="6254084" y="3976697"/>
            <a:ext cx="34289" cy="1856115"/>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 name="Slide Number Placeholder 6"/>
          <p:cNvSpPr>
            <a:spLocks noGrp="1"/>
          </p:cNvSpPr>
          <p:nvPr>
            <p:ph type="sldNum" sz="quarter" idx="12"/>
          </p:nvPr>
        </p:nvSpPr>
        <p:spPr/>
        <p:txBody>
          <a:bodyPr/>
          <a:lstStyle/>
          <a:p>
            <a:fld id="{B8B52F9D-109B-4FE1-A15C-71D504CF7A83}" type="slidenum">
              <a:rPr lang="en-US" smtClean="0"/>
              <a:t>16</a:t>
            </a:fld>
            <a:endParaRPr lang="en-US"/>
          </a:p>
        </p:txBody>
      </p:sp>
    </p:spTree>
    <p:extLst>
      <p:ext uri="{BB962C8B-B14F-4D97-AF65-F5344CB8AC3E}">
        <p14:creationId xmlns:p14="http://schemas.microsoft.com/office/powerpoint/2010/main" val="94004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13" end="13"/>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B6082-9E9E-42E9-B489-EBA2C38D8F04}"/>
              </a:ext>
            </a:extLst>
          </p:cNvPr>
          <p:cNvSpPr>
            <a:spLocks noGrp="1"/>
          </p:cNvSpPr>
          <p:nvPr>
            <p:ph idx="1"/>
          </p:nvPr>
        </p:nvSpPr>
        <p:spPr>
          <a:xfrm>
            <a:off x="76564" y="857250"/>
            <a:ext cx="3372908" cy="5143500"/>
          </a:xfrm>
        </p:spPr>
        <p:txBody>
          <a:bodyPr>
            <a:normAutofit fontScale="92500" lnSpcReduction="20000"/>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E`   • E</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 E + T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 T</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 T * F </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 F</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 id</a:t>
            </a:r>
          </a:p>
          <a:p>
            <a:r>
              <a:rPr lang="en-US" dirty="0">
                <a:latin typeface="Times New Roman" panose="02020603050405020304" pitchFamily="18" charset="0"/>
                <a:cs typeface="Times New Roman" panose="02020603050405020304" pitchFamily="18" charset="0"/>
              </a:rPr>
              <a:t>Step-2:  Perform </a:t>
            </a:r>
          </a:p>
          <a:p>
            <a:pPr lvl="1"/>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 Operation</a:t>
            </a:r>
          </a:p>
          <a:p>
            <a:pPr lvl="1"/>
            <a:r>
              <a:rPr lang="en-US" dirty="0">
                <a:latin typeface="Times New Roman" panose="02020603050405020304" pitchFamily="18" charset="0"/>
                <a:cs typeface="Times New Roman" panose="02020603050405020304" pitchFamily="18" charset="0"/>
              </a:rPr>
              <a:t>Closure Operation</a:t>
            </a:r>
          </a:p>
          <a:p>
            <a:r>
              <a:rPr lang="en-US" dirty="0">
                <a:latin typeface="Times New Roman" panose="02020603050405020304" pitchFamily="18" charset="0"/>
                <a:cs typeface="Times New Roman" panose="02020603050405020304" pitchFamily="18" charset="0"/>
              </a:rPr>
              <a:t>For above two operation we will</a:t>
            </a:r>
          </a:p>
          <a:p>
            <a:pPr marL="0" indent="0">
              <a:buNone/>
            </a:pPr>
            <a:r>
              <a:rPr lang="en-US" dirty="0">
                <a:latin typeface="Times New Roman" panose="02020603050405020304" pitchFamily="18" charset="0"/>
                <a:cs typeface="Times New Roman" panose="02020603050405020304" pitchFamily="18" charset="0"/>
              </a:rPr>
              <a:t>    take One product from I</a:t>
            </a:r>
            <a:r>
              <a:rPr lang="en-US" b="1"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and perform</a:t>
            </a:r>
          </a:p>
          <a:p>
            <a:pPr marL="0" indent="0">
              <a:buNone/>
            </a:pPr>
            <a:r>
              <a:rPr lang="en-US" dirty="0">
                <a:latin typeface="Times New Roman" panose="02020603050405020304" pitchFamily="18" charset="0"/>
                <a:cs typeface="Times New Roman" panose="02020603050405020304" pitchFamily="18" charset="0"/>
              </a:rPr>
              <a:t>    closure.</a:t>
            </a:r>
          </a:p>
          <a:p>
            <a:pPr marL="0" indent="0">
              <a:buNone/>
            </a:pPr>
            <a:endParaRPr lang="en-US" sz="150"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0, </a:t>
            </a:r>
            <a:r>
              <a:rPr lang="en-US" b="1" dirty="0">
                <a:latin typeface="Times New Roman" panose="02020603050405020304" pitchFamily="18" charset="0"/>
                <a:cs typeface="Times New Roman" panose="02020603050405020304" pitchFamily="18" charset="0"/>
              </a:rPr>
              <a:t>E)</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E`  </a:t>
            </a:r>
            <a:r>
              <a:rPr lang="en-US"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dirty="0">
                <a:latin typeface="Times New Roman" panose="02020603050405020304" pitchFamily="18" charset="0"/>
                <a:cs typeface="Times New Roman" panose="02020603050405020304" pitchFamily="18" charset="0"/>
                <a:sym typeface="Wingdings" panose="05000000000000000000" pitchFamily="2" charset="2"/>
              </a:rPr>
              <a:t>E   E • + T</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29D5044-023F-4FE9-9E06-0861DF52292B}"/>
              </a:ext>
            </a:extLst>
          </p:cNvPr>
          <p:cNvSpPr txBox="1"/>
          <p:nvPr/>
        </p:nvSpPr>
        <p:spPr>
          <a:xfrm>
            <a:off x="1675775" y="5191651"/>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1</a:t>
            </a:r>
          </a:p>
        </p:txBody>
      </p:sp>
      <p:sp>
        <p:nvSpPr>
          <p:cNvPr id="5" name="Right Bracket 4">
            <a:extLst>
              <a:ext uri="{FF2B5EF4-FFF2-40B4-BE49-F238E27FC236}">
                <a16:creationId xmlns:a16="http://schemas.microsoft.com/office/drawing/2014/main" id="{1004332F-4445-4B4D-8C44-E3E751F6C403}"/>
              </a:ext>
            </a:extLst>
          </p:cNvPr>
          <p:cNvSpPr/>
          <p:nvPr/>
        </p:nvSpPr>
        <p:spPr>
          <a:xfrm>
            <a:off x="1586537" y="5079897"/>
            <a:ext cx="34289" cy="5914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 name="TextBox 5">
            <a:extLst>
              <a:ext uri="{FF2B5EF4-FFF2-40B4-BE49-F238E27FC236}">
                <a16:creationId xmlns:a16="http://schemas.microsoft.com/office/drawing/2014/main" id="{6DA65A7A-9B67-47A0-8E95-512DD7990A8A}"/>
              </a:ext>
            </a:extLst>
          </p:cNvPr>
          <p:cNvSpPr txBox="1"/>
          <p:nvPr/>
        </p:nvSpPr>
        <p:spPr>
          <a:xfrm>
            <a:off x="1522251" y="1404400"/>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0</a:t>
            </a:r>
          </a:p>
        </p:txBody>
      </p:sp>
      <p:sp>
        <p:nvSpPr>
          <p:cNvPr id="7" name="Right Bracket 6">
            <a:extLst>
              <a:ext uri="{FF2B5EF4-FFF2-40B4-BE49-F238E27FC236}">
                <a16:creationId xmlns:a16="http://schemas.microsoft.com/office/drawing/2014/main" id="{E480E10E-66F7-40A9-92A6-98443D77C87E}"/>
              </a:ext>
            </a:extLst>
          </p:cNvPr>
          <p:cNvSpPr/>
          <p:nvPr/>
        </p:nvSpPr>
        <p:spPr>
          <a:xfrm>
            <a:off x="1422777" y="936659"/>
            <a:ext cx="34289" cy="1856115"/>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8" name="Content Placeholder 2">
            <a:extLst>
              <a:ext uri="{FF2B5EF4-FFF2-40B4-BE49-F238E27FC236}">
                <a16:creationId xmlns:a16="http://schemas.microsoft.com/office/drawing/2014/main" id="{13AD00B3-82A6-4526-B2C1-03CB62C24077}"/>
              </a:ext>
            </a:extLst>
          </p:cNvPr>
          <p:cNvSpPr txBox="1">
            <a:spLocks/>
          </p:cNvSpPr>
          <p:nvPr/>
        </p:nvSpPr>
        <p:spPr>
          <a:xfrm>
            <a:off x="3671695" y="857250"/>
            <a:ext cx="2569191" cy="5143500"/>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0, </a:t>
            </a:r>
            <a:r>
              <a:rPr lang="en-US" sz="1350" b="1" dirty="0">
                <a:latin typeface="Times New Roman" panose="02020603050405020304" pitchFamily="18" charset="0"/>
                <a:cs typeface="Times New Roman" panose="02020603050405020304" pitchFamily="18" charset="0"/>
              </a:rPr>
              <a:t>T)</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T • * F</a:t>
            </a:r>
          </a:p>
          <a:p>
            <a:pPr marL="0" indent="0">
              <a:buNone/>
            </a:pPr>
            <a:endParaRPr lang="en-US" sz="675" dirty="0">
              <a:latin typeface="Times New Roman" panose="02020603050405020304" pitchFamily="18" charset="0"/>
              <a:cs typeface="Times New Roman" panose="02020603050405020304" pitchFamily="18" charset="0"/>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0, </a:t>
            </a:r>
            <a:r>
              <a:rPr lang="en-US" sz="1350" b="1" dirty="0">
                <a:latin typeface="Times New Roman" panose="02020603050405020304" pitchFamily="18" charset="0"/>
                <a:cs typeface="Times New Roman" panose="02020603050405020304" pitchFamily="18" charset="0"/>
              </a:rPr>
              <a:t>F)</a:t>
            </a:r>
          </a:p>
          <a:p>
            <a:pPr lvl="1"/>
            <a:r>
              <a:rPr lang="en-US" sz="1200" b="1" dirty="0">
                <a:latin typeface="Times New Roman" panose="02020603050405020304" pitchFamily="18" charset="0"/>
                <a:cs typeface="Times New Roman" panose="02020603050405020304" pitchFamily="18" charset="0"/>
              </a:rPr>
              <a:t>T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F•</a:t>
            </a:r>
            <a:endParaRPr lang="en-US" sz="1200" dirty="0">
              <a:latin typeface="Times New Roman" panose="02020603050405020304" pitchFamily="18" charset="0"/>
              <a:cs typeface="Times New Roman" panose="02020603050405020304" pitchFamily="18" charset="0"/>
            </a:endParaRPr>
          </a:p>
          <a:p>
            <a:pPr marL="0" indent="0">
              <a:buNone/>
            </a:pPr>
            <a:endParaRPr lang="en-US" sz="525"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0, </a:t>
            </a:r>
            <a:r>
              <a:rPr lang="en-US" sz="1350" b="1" dirty="0">
                <a:latin typeface="Times New Roman" panose="02020603050405020304" pitchFamily="18" charset="0"/>
                <a:cs typeface="Times New Roman" panose="02020603050405020304" pitchFamily="18" charset="0"/>
              </a:rPr>
              <a:t>( )</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 E + T </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T * F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F</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0, </a:t>
            </a:r>
            <a:r>
              <a:rPr lang="en-US" sz="1350" b="1" dirty="0">
                <a:latin typeface="Times New Roman" panose="02020603050405020304" pitchFamily="18" charset="0"/>
                <a:cs typeface="Times New Roman" panose="02020603050405020304" pitchFamily="18" charset="0"/>
              </a:rPr>
              <a:t>id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id• </a:t>
            </a:r>
          </a:p>
          <a:p>
            <a:pPr lvl="1"/>
            <a:endParaRPr lang="en-US" sz="120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9" name="TextBox 8">
            <a:extLst>
              <a:ext uri="{FF2B5EF4-FFF2-40B4-BE49-F238E27FC236}">
                <a16:creationId xmlns:a16="http://schemas.microsoft.com/office/drawing/2014/main" id="{A80D7D46-C3BE-45DE-900C-D0D86AA5A89F}"/>
              </a:ext>
            </a:extLst>
          </p:cNvPr>
          <p:cNvSpPr txBox="1"/>
          <p:nvPr/>
        </p:nvSpPr>
        <p:spPr>
          <a:xfrm>
            <a:off x="5065548" y="1232081"/>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2</a:t>
            </a:r>
          </a:p>
        </p:txBody>
      </p:sp>
      <p:sp>
        <p:nvSpPr>
          <p:cNvPr id="10" name="Right Bracket 9">
            <a:extLst>
              <a:ext uri="{FF2B5EF4-FFF2-40B4-BE49-F238E27FC236}">
                <a16:creationId xmlns:a16="http://schemas.microsoft.com/office/drawing/2014/main" id="{4B6A2072-2516-439D-BF59-AD4DBF3B4301}"/>
              </a:ext>
            </a:extLst>
          </p:cNvPr>
          <p:cNvSpPr/>
          <p:nvPr/>
        </p:nvSpPr>
        <p:spPr>
          <a:xfrm>
            <a:off x="4976310" y="1120327"/>
            <a:ext cx="34289" cy="5914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1" name="TextBox 10">
            <a:extLst>
              <a:ext uri="{FF2B5EF4-FFF2-40B4-BE49-F238E27FC236}">
                <a16:creationId xmlns:a16="http://schemas.microsoft.com/office/drawing/2014/main" id="{F317E8DD-0C6C-46CB-AFDD-8FD49C70C729}"/>
              </a:ext>
            </a:extLst>
          </p:cNvPr>
          <p:cNvSpPr txBox="1"/>
          <p:nvPr/>
        </p:nvSpPr>
        <p:spPr>
          <a:xfrm>
            <a:off x="5087724" y="2162876"/>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3</a:t>
            </a:r>
          </a:p>
        </p:txBody>
      </p:sp>
      <p:sp>
        <p:nvSpPr>
          <p:cNvPr id="12" name="Right Bracket 11">
            <a:extLst>
              <a:ext uri="{FF2B5EF4-FFF2-40B4-BE49-F238E27FC236}">
                <a16:creationId xmlns:a16="http://schemas.microsoft.com/office/drawing/2014/main" id="{D1644E35-F19B-4E39-BBC4-17DD386CCD17}"/>
              </a:ext>
            </a:extLst>
          </p:cNvPr>
          <p:cNvSpPr/>
          <p:nvPr/>
        </p:nvSpPr>
        <p:spPr>
          <a:xfrm>
            <a:off x="5008722" y="2200949"/>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Right Bracket 12">
            <a:extLst>
              <a:ext uri="{FF2B5EF4-FFF2-40B4-BE49-F238E27FC236}">
                <a16:creationId xmlns:a16="http://schemas.microsoft.com/office/drawing/2014/main" id="{2CC9DBF8-F7CB-44C4-BA6C-314C5BCF4AD7}"/>
              </a:ext>
            </a:extLst>
          </p:cNvPr>
          <p:cNvSpPr/>
          <p:nvPr/>
        </p:nvSpPr>
        <p:spPr>
          <a:xfrm>
            <a:off x="5007031" y="3016241"/>
            <a:ext cx="34289" cy="1856115"/>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4" name="TextBox 13">
            <a:extLst>
              <a:ext uri="{FF2B5EF4-FFF2-40B4-BE49-F238E27FC236}">
                <a16:creationId xmlns:a16="http://schemas.microsoft.com/office/drawing/2014/main" id="{2F4B1ACD-338D-4F07-9836-09C8C5E8D1ED}"/>
              </a:ext>
            </a:extLst>
          </p:cNvPr>
          <p:cNvSpPr txBox="1"/>
          <p:nvPr/>
        </p:nvSpPr>
        <p:spPr>
          <a:xfrm>
            <a:off x="5130372" y="3702331"/>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4</a:t>
            </a:r>
          </a:p>
        </p:txBody>
      </p:sp>
      <p:sp>
        <p:nvSpPr>
          <p:cNvPr id="15" name="TextBox 14">
            <a:extLst>
              <a:ext uri="{FF2B5EF4-FFF2-40B4-BE49-F238E27FC236}">
                <a16:creationId xmlns:a16="http://schemas.microsoft.com/office/drawing/2014/main" id="{92BB2404-F201-4BB9-8667-FF445D23A0DB}"/>
              </a:ext>
            </a:extLst>
          </p:cNvPr>
          <p:cNvSpPr txBox="1"/>
          <p:nvPr/>
        </p:nvSpPr>
        <p:spPr>
          <a:xfrm>
            <a:off x="5082754" y="5557091"/>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5</a:t>
            </a:r>
          </a:p>
        </p:txBody>
      </p:sp>
      <p:sp>
        <p:nvSpPr>
          <p:cNvPr id="16" name="Right Bracket 15">
            <a:extLst>
              <a:ext uri="{FF2B5EF4-FFF2-40B4-BE49-F238E27FC236}">
                <a16:creationId xmlns:a16="http://schemas.microsoft.com/office/drawing/2014/main" id="{6C46B367-1BBD-4044-8A39-79D5DCB36BC1}"/>
              </a:ext>
            </a:extLst>
          </p:cNvPr>
          <p:cNvSpPr/>
          <p:nvPr/>
        </p:nvSpPr>
        <p:spPr>
          <a:xfrm>
            <a:off x="5043508" y="5585225"/>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7" name="Content Placeholder 2">
            <a:extLst>
              <a:ext uri="{FF2B5EF4-FFF2-40B4-BE49-F238E27FC236}">
                <a16:creationId xmlns:a16="http://schemas.microsoft.com/office/drawing/2014/main" id="{652FC66A-60E2-4F2D-BE97-D54AB67E647F}"/>
              </a:ext>
            </a:extLst>
          </p:cNvPr>
          <p:cNvSpPr txBox="1">
            <a:spLocks/>
          </p:cNvSpPr>
          <p:nvPr/>
        </p:nvSpPr>
        <p:spPr>
          <a:xfrm>
            <a:off x="6764624" y="869190"/>
            <a:ext cx="2569191" cy="5143500"/>
          </a:xfrm>
          <a:prstGeom prst="rect">
            <a:avLst/>
          </a:prstGeom>
        </p:spPr>
        <p:txBody>
          <a:bodyPr vert="horz" lIns="68580" tIns="34290" rIns="68580" bIns="34290" rtlCol="0">
            <a:normAutofit fontScale="92500"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1, </a:t>
            </a:r>
            <a:r>
              <a:rPr lang="en-US" sz="1350" b="1" dirty="0">
                <a:latin typeface="Times New Roman" panose="02020603050405020304" pitchFamily="18" charset="0"/>
                <a:cs typeface="Times New Roman" panose="02020603050405020304" pitchFamily="18" charset="0"/>
              </a:rPr>
              <a:t>+)</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 +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T * F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F</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600" dirty="0">
              <a:latin typeface="Times New Roman" panose="02020603050405020304" pitchFamily="18" charset="0"/>
              <a:cs typeface="Times New Roman" panose="02020603050405020304" pitchFamily="18" charset="0"/>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2, </a:t>
            </a:r>
            <a:r>
              <a:rPr lang="en-US" sz="1350" b="1" dirty="0">
                <a:latin typeface="Times New Roman" panose="02020603050405020304" pitchFamily="18" charset="0"/>
                <a:cs typeface="Times New Roman" panose="02020603050405020304" pitchFamily="18" charset="0"/>
              </a:rPr>
              <a:t>*)</a:t>
            </a:r>
          </a:p>
          <a:p>
            <a:pPr lvl="1"/>
            <a:r>
              <a:rPr lang="en-US" sz="1200" b="1" dirty="0">
                <a:latin typeface="Times New Roman" panose="02020603050405020304" pitchFamily="18" charset="0"/>
                <a:cs typeface="Times New Roman" panose="02020603050405020304" pitchFamily="18" charset="0"/>
              </a:rPr>
              <a:t>T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T * •F</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6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4, </a:t>
            </a:r>
            <a:r>
              <a:rPr lang="en-US" sz="1350" b="1" dirty="0">
                <a:latin typeface="Times New Roman" panose="02020603050405020304" pitchFamily="18" charset="0"/>
                <a:cs typeface="Times New Roman" panose="02020603050405020304" pitchFamily="18" charset="0"/>
              </a:rPr>
              <a:t>E)</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E   E• + T</a:t>
            </a:r>
          </a:p>
          <a:p>
            <a:pPr marL="0" indent="0">
              <a:buNone/>
            </a:pPr>
            <a:endParaRPr lang="en-US" sz="75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4, </a:t>
            </a:r>
            <a:r>
              <a:rPr lang="en-US" sz="1350" b="1" dirty="0">
                <a:latin typeface="Times New Roman" panose="02020603050405020304" pitchFamily="18" charset="0"/>
                <a:cs typeface="Times New Roman" panose="02020603050405020304" pitchFamily="18" charset="0"/>
              </a:rPr>
              <a:t>T)</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T• * F</a:t>
            </a: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18" name="Right Bracket 17">
            <a:extLst>
              <a:ext uri="{FF2B5EF4-FFF2-40B4-BE49-F238E27FC236}">
                <a16:creationId xmlns:a16="http://schemas.microsoft.com/office/drawing/2014/main" id="{03B5D142-FDAB-44DF-BD34-F2FED31BAF29}"/>
              </a:ext>
            </a:extLst>
          </p:cNvPr>
          <p:cNvSpPr/>
          <p:nvPr/>
        </p:nvSpPr>
        <p:spPr>
          <a:xfrm>
            <a:off x="8161377" y="1234252"/>
            <a:ext cx="34289" cy="1267751"/>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9" name="TextBox 18">
            <a:extLst>
              <a:ext uri="{FF2B5EF4-FFF2-40B4-BE49-F238E27FC236}">
                <a16:creationId xmlns:a16="http://schemas.microsoft.com/office/drawing/2014/main" id="{F817C870-3CAF-44D0-9F6A-BAF484C0AF34}"/>
              </a:ext>
            </a:extLst>
          </p:cNvPr>
          <p:cNvSpPr txBox="1"/>
          <p:nvPr/>
        </p:nvSpPr>
        <p:spPr>
          <a:xfrm>
            <a:off x="8284717" y="1670062"/>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6</a:t>
            </a:r>
          </a:p>
        </p:txBody>
      </p:sp>
      <p:sp>
        <p:nvSpPr>
          <p:cNvPr id="20" name="Right Bracket 19">
            <a:extLst>
              <a:ext uri="{FF2B5EF4-FFF2-40B4-BE49-F238E27FC236}">
                <a16:creationId xmlns:a16="http://schemas.microsoft.com/office/drawing/2014/main" id="{791409D4-54C0-4D87-8609-8854A7784BED}"/>
              </a:ext>
            </a:extLst>
          </p:cNvPr>
          <p:cNvSpPr/>
          <p:nvPr/>
        </p:nvSpPr>
        <p:spPr>
          <a:xfrm>
            <a:off x="8152845" y="3054148"/>
            <a:ext cx="34289" cy="865892"/>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1" name="TextBox 20">
            <a:extLst>
              <a:ext uri="{FF2B5EF4-FFF2-40B4-BE49-F238E27FC236}">
                <a16:creationId xmlns:a16="http://schemas.microsoft.com/office/drawing/2014/main" id="{F689A4A8-B83B-4E32-940E-2E6A048A38E1}"/>
              </a:ext>
            </a:extLst>
          </p:cNvPr>
          <p:cNvSpPr txBox="1"/>
          <p:nvPr/>
        </p:nvSpPr>
        <p:spPr>
          <a:xfrm>
            <a:off x="8276185" y="3313067"/>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7</a:t>
            </a:r>
          </a:p>
        </p:txBody>
      </p:sp>
      <p:sp>
        <p:nvSpPr>
          <p:cNvPr id="22" name="TextBox 21">
            <a:extLst>
              <a:ext uri="{FF2B5EF4-FFF2-40B4-BE49-F238E27FC236}">
                <a16:creationId xmlns:a16="http://schemas.microsoft.com/office/drawing/2014/main" id="{8A4AA005-AF74-4471-9069-9C1BD1274B24}"/>
              </a:ext>
            </a:extLst>
          </p:cNvPr>
          <p:cNvSpPr txBox="1"/>
          <p:nvPr/>
        </p:nvSpPr>
        <p:spPr>
          <a:xfrm>
            <a:off x="8276185" y="4477195"/>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8</a:t>
            </a:r>
          </a:p>
        </p:txBody>
      </p:sp>
      <p:sp>
        <p:nvSpPr>
          <p:cNvPr id="23" name="Right Bracket 22">
            <a:extLst>
              <a:ext uri="{FF2B5EF4-FFF2-40B4-BE49-F238E27FC236}">
                <a16:creationId xmlns:a16="http://schemas.microsoft.com/office/drawing/2014/main" id="{27D8300E-0CA6-4ADE-A149-F4DB75502411}"/>
              </a:ext>
            </a:extLst>
          </p:cNvPr>
          <p:cNvSpPr/>
          <p:nvPr/>
        </p:nvSpPr>
        <p:spPr>
          <a:xfrm>
            <a:off x="8186947" y="4404536"/>
            <a:ext cx="34289" cy="444339"/>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5" name="TextBox 24">
            <a:extLst>
              <a:ext uri="{FF2B5EF4-FFF2-40B4-BE49-F238E27FC236}">
                <a16:creationId xmlns:a16="http://schemas.microsoft.com/office/drawing/2014/main" id="{24135D80-9F75-4574-932C-B1624EC866C4}"/>
              </a:ext>
            </a:extLst>
          </p:cNvPr>
          <p:cNvSpPr txBox="1"/>
          <p:nvPr/>
        </p:nvSpPr>
        <p:spPr>
          <a:xfrm>
            <a:off x="8309842" y="5490253"/>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2</a:t>
            </a:r>
          </a:p>
        </p:txBody>
      </p:sp>
      <p:sp>
        <p:nvSpPr>
          <p:cNvPr id="26" name="Right Bracket 25">
            <a:extLst>
              <a:ext uri="{FF2B5EF4-FFF2-40B4-BE49-F238E27FC236}">
                <a16:creationId xmlns:a16="http://schemas.microsoft.com/office/drawing/2014/main" id="{BEC20614-C861-4C78-A4D2-89F0E72822E8}"/>
              </a:ext>
            </a:extLst>
          </p:cNvPr>
          <p:cNvSpPr/>
          <p:nvPr/>
        </p:nvSpPr>
        <p:spPr>
          <a:xfrm>
            <a:off x="8220604" y="5378498"/>
            <a:ext cx="34289" cy="5914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 name="Slide Number Placeholder 1"/>
          <p:cNvSpPr>
            <a:spLocks noGrp="1"/>
          </p:cNvSpPr>
          <p:nvPr>
            <p:ph type="sldNum" sz="quarter" idx="12"/>
          </p:nvPr>
        </p:nvSpPr>
        <p:spPr>
          <a:xfrm>
            <a:off x="8754987" y="5467937"/>
            <a:ext cx="274320" cy="274320"/>
          </a:xfrm>
        </p:spPr>
        <p:txBody>
          <a:bodyPr/>
          <a:lstStyle/>
          <a:p>
            <a:fld id="{B8B52F9D-109B-4FE1-A15C-71D504CF7A83}" type="slidenum">
              <a:rPr lang="en-US" smtClean="0"/>
              <a:t>17</a:t>
            </a:fld>
            <a:endParaRPr lang="en-US"/>
          </a:p>
        </p:txBody>
      </p:sp>
    </p:spTree>
    <p:extLst>
      <p:ext uri="{BB962C8B-B14F-4D97-AF65-F5344CB8AC3E}">
        <p14:creationId xmlns:p14="http://schemas.microsoft.com/office/powerpoint/2010/main" val="59933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
                                            <p:txEl>
                                              <p:pRg st="9" end="9"/>
                                            </p:txEl>
                                          </p:spTgt>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
                                            <p:txEl>
                                              <p:pRg st="10" end="10"/>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
                                            <p:txEl>
                                              <p:pRg st="11" end="11"/>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
                                            <p:txEl>
                                              <p:pRg st="12" end="12"/>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
                                            <p:txEl>
                                              <p:pRg st="13" end="13"/>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
                                            <p:txEl>
                                              <p:pRg st="16" end="1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
                                            <p:txEl>
                                              <p:pRg st="17" end="1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5"/>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7">
                                            <p:txEl>
                                              <p:pRg st="9" end="9"/>
                                            </p:txEl>
                                          </p:spTgt>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7">
                                            <p:txEl>
                                              <p:pRg st="10" end="10"/>
                                            </p:txEl>
                                          </p:spTgt>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21"/>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7">
                                            <p:txEl>
                                              <p:pRg st="12" end="12"/>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7">
                                            <p:txEl>
                                              <p:pRg st="13" end="13"/>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7">
                                            <p:txEl>
                                              <p:pRg st="14" end="14"/>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23"/>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2"/>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17">
                                            <p:txEl>
                                              <p:pRg st="16" end="16"/>
                                            </p:txEl>
                                          </p:spTgt>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7">
                                            <p:txEl>
                                              <p:pRg st="17" end="17"/>
                                            </p:txEl>
                                          </p:spTgt>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17">
                                            <p:txEl>
                                              <p:pRg st="18" end="18"/>
                                            </p:txEl>
                                          </p:spTgt>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26"/>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9" grpId="0"/>
      <p:bldP spid="10" grpId="0" animBg="1"/>
      <p:bldP spid="11" grpId="0"/>
      <p:bldP spid="12" grpId="0" animBg="1"/>
      <p:bldP spid="13" grpId="0" animBg="1"/>
      <p:bldP spid="14" grpId="0"/>
      <p:bldP spid="15" grpId="0"/>
      <p:bldP spid="16" grpId="0" animBg="1"/>
      <p:bldP spid="18" grpId="0" animBg="1"/>
      <p:bldP spid="19" grpId="0"/>
      <p:bldP spid="20" grpId="0" animBg="1"/>
      <p:bldP spid="21" grpId="0"/>
      <p:bldP spid="22" grpId="0"/>
      <p:bldP spid="23" grpId="0" animBg="1"/>
      <p:bldP spid="25" grpId="0"/>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B6082-9E9E-42E9-B489-EBA2C38D8F04}"/>
              </a:ext>
            </a:extLst>
          </p:cNvPr>
          <p:cNvSpPr>
            <a:spLocks noGrp="1"/>
          </p:cNvSpPr>
          <p:nvPr>
            <p:ph idx="1"/>
          </p:nvPr>
        </p:nvSpPr>
        <p:spPr>
          <a:xfrm>
            <a:off x="76565" y="857250"/>
            <a:ext cx="1754910" cy="5143500"/>
          </a:xfrm>
        </p:spPr>
        <p:txBody>
          <a:bodyPr>
            <a:normAutofit/>
          </a:bodyPr>
          <a:lstStyle/>
          <a:p>
            <a:r>
              <a:rPr lang="en-US" sz="900" dirty="0">
                <a:latin typeface="Times New Roman" panose="02020603050405020304" pitchFamily="18" charset="0"/>
                <a:cs typeface="Times New Roman" panose="02020603050405020304" pitchFamily="18" charset="0"/>
                <a:sym typeface="Wingdings" panose="05000000000000000000" pitchFamily="2" charset="2"/>
              </a:rPr>
              <a:t>E`   • E</a:t>
            </a:r>
          </a:p>
          <a:p>
            <a:r>
              <a:rPr lang="en-US" sz="900" dirty="0">
                <a:latin typeface="Times New Roman" panose="02020603050405020304" pitchFamily="18" charset="0"/>
                <a:cs typeface="Times New Roman" panose="02020603050405020304" pitchFamily="18" charset="0"/>
              </a:rPr>
              <a:t>E  </a:t>
            </a:r>
            <a:r>
              <a:rPr lang="en-US" sz="900" dirty="0">
                <a:latin typeface="Times New Roman" panose="02020603050405020304" pitchFamily="18" charset="0"/>
                <a:cs typeface="Times New Roman" panose="02020603050405020304" pitchFamily="18" charset="0"/>
                <a:sym typeface="Wingdings" panose="05000000000000000000" pitchFamily="2" charset="2"/>
              </a:rPr>
              <a:t> • E + T </a:t>
            </a:r>
          </a:p>
          <a:p>
            <a:r>
              <a:rPr lang="en-US" sz="900" dirty="0">
                <a:latin typeface="Times New Roman" panose="02020603050405020304" pitchFamily="18" charset="0"/>
                <a:cs typeface="Times New Roman" panose="02020603050405020304" pitchFamily="18" charset="0"/>
              </a:rPr>
              <a:t>E  </a:t>
            </a:r>
            <a:r>
              <a:rPr lang="en-US" sz="900" dirty="0">
                <a:latin typeface="Times New Roman" panose="02020603050405020304" pitchFamily="18" charset="0"/>
                <a:cs typeface="Times New Roman" panose="02020603050405020304" pitchFamily="18" charset="0"/>
                <a:sym typeface="Wingdings" panose="05000000000000000000" pitchFamily="2" charset="2"/>
              </a:rPr>
              <a:t> • T</a:t>
            </a:r>
          </a:p>
          <a:p>
            <a:r>
              <a:rPr lang="en-US" sz="900" dirty="0">
                <a:latin typeface="Times New Roman" panose="02020603050405020304" pitchFamily="18" charset="0"/>
                <a:cs typeface="Times New Roman" panose="02020603050405020304" pitchFamily="18" charset="0"/>
                <a:sym typeface="Wingdings" panose="05000000000000000000" pitchFamily="2" charset="2"/>
              </a:rPr>
              <a:t>T   • T * F </a:t>
            </a:r>
          </a:p>
          <a:p>
            <a:r>
              <a:rPr lang="en-US" sz="900" dirty="0">
                <a:latin typeface="Times New Roman" panose="02020603050405020304" pitchFamily="18" charset="0"/>
                <a:cs typeface="Times New Roman" panose="02020603050405020304" pitchFamily="18" charset="0"/>
                <a:sym typeface="Wingdings" panose="05000000000000000000" pitchFamily="2" charset="2"/>
              </a:rPr>
              <a:t>T   • F</a:t>
            </a:r>
          </a:p>
          <a:p>
            <a:r>
              <a:rPr lang="en-US" sz="900" dirty="0">
                <a:latin typeface="Times New Roman" panose="02020603050405020304" pitchFamily="18" charset="0"/>
                <a:cs typeface="Times New Roman" panose="02020603050405020304" pitchFamily="18" charset="0"/>
                <a:sym typeface="Wingdings" panose="05000000000000000000" pitchFamily="2" charset="2"/>
              </a:rPr>
              <a:t>F   •(E)</a:t>
            </a:r>
          </a:p>
          <a:p>
            <a:r>
              <a:rPr lang="en-US" sz="900"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100" dirty="0">
              <a:latin typeface="Times New Roman" panose="02020603050405020304" pitchFamily="18" charset="0"/>
              <a:cs typeface="Times New Roman" panose="02020603050405020304" pitchFamily="18" charset="0"/>
            </a:endParaRP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0, </a:t>
            </a:r>
            <a:r>
              <a:rPr lang="en-US" sz="900" b="1" dirty="0">
                <a:latin typeface="Times New Roman" panose="02020603050405020304" pitchFamily="18" charset="0"/>
                <a:cs typeface="Times New Roman" panose="02020603050405020304" pitchFamily="18" charset="0"/>
              </a:rPr>
              <a:t>E)</a:t>
            </a:r>
            <a:endParaRPr lang="en-US" sz="900" dirty="0">
              <a:latin typeface="Times New Roman" panose="02020603050405020304" pitchFamily="18" charset="0"/>
              <a:cs typeface="Times New Roman" panose="02020603050405020304" pitchFamily="18" charset="0"/>
            </a:endParaRPr>
          </a:p>
          <a:p>
            <a:pPr lvl="1"/>
            <a:r>
              <a:rPr lang="en-US" sz="900" dirty="0">
                <a:latin typeface="Times New Roman" panose="02020603050405020304" pitchFamily="18" charset="0"/>
                <a:cs typeface="Times New Roman" panose="02020603050405020304" pitchFamily="18" charset="0"/>
              </a:rPr>
              <a:t>E`  </a:t>
            </a:r>
            <a:r>
              <a:rPr lang="en-US" sz="900"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900" dirty="0">
                <a:latin typeface="Times New Roman" panose="02020603050405020304" pitchFamily="18" charset="0"/>
                <a:cs typeface="Times New Roman" panose="02020603050405020304" pitchFamily="18" charset="0"/>
                <a:sym typeface="Wingdings" panose="05000000000000000000" pitchFamily="2" charset="2"/>
              </a:rPr>
              <a:t>E   E• + T</a:t>
            </a:r>
          </a:p>
          <a:p>
            <a:pPr marL="0" indent="0">
              <a:buNone/>
            </a:pPr>
            <a:endParaRPr lang="en-US" sz="225"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0, </a:t>
            </a:r>
            <a:r>
              <a:rPr lang="en-US" sz="900" b="1" dirty="0">
                <a:latin typeface="Times New Roman" panose="02020603050405020304" pitchFamily="18" charset="0"/>
                <a:cs typeface="Times New Roman" panose="02020603050405020304" pitchFamily="18" charset="0"/>
              </a:rPr>
              <a:t>T)</a:t>
            </a:r>
          </a:p>
          <a:p>
            <a:pPr lvl="1"/>
            <a:r>
              <a:rPr lang="en-US" sz="900" b="1" dirty="0">
                <a:latin typeface="Times New Roman" panose="02020603050405020304" pitchFamily="18" charset="0"/>
                <a:cs typeface="Times New Roman" panose="02020603050405020304" pitchFamily="18" charset="0"/>
              </a:rPr>
              <a:t>E  </a:t>
            </a:r>
            <a:r>
              <a:rPr lang="en-US" sz="900" b="1" dirty="0">
                <a:latin typeface="Times New Roman" panose="02020603050405020304" pitchFamily="18" charset="0"/>
                <a:cs typeface="Times New Roman" panose="02020603050405020304" pitchFamily="18" charset="0"/>
                <a:sym typeface="Wingdings" panose="05000000000000000000" pitchFamily="2" charset="2"/>
              </a:rPr>
              <a:t> T•</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T   T • * F</a:t>
            </a:r>
          </a:p>
          <a:p>
            <a:pPr marL="0" indent="0">
              <a:buNone/>
            </a:pPr>
            <a:endParaRPr lang="en-US" sz="1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0, </a:t>
            </a:r>
            <a:r>
              <a:rPr lang="en-US" sz="900" b="1" dirty="0">
                <a:latin typeface="Times New Roman" panose="02020603050405020304" pitchFamily="18" charset="0"/>
                <a:cs typeface="Times New Roman" panose="02020603050405020304" pitchFamily="18" charset="0"/>
              </a:rPr>
              <a:t>F)</a:t>
            </a:r>
          </a:p>
          <a:p>
            <a:pPr lvl="1"/>
            <a:r>
              <a:rPr lang="en-US" sz="900" b="1" dirty="0">
                <a:latin typeface="Times New Roman" panose="02020603050405020304" pitchFamily="18" charset="0"/>
                <a:cs typeface="Times New Roman" panose="02020603050405020304" pitchFamily="18" charset="0"/>
              </a:rPr>
              <a:t>T  </a:t>
            </a:r>
            <a:r>
              <a:rPr lang="en-US" sz="900" b="1" dirty="0">
                <a:latin typeface="Times New Roman" panose="02020603050405020304" pitchFamily="18" charset="0"/>
                <a:cs typeface="Times New Roman" panose="02020603050405020304" pitchFamily="18" charset="0"/>
                <a:sym typeface="Wingdings" panose="05000000000000000000" pitchFamily="2" charset="2"/>
              </a:rPr>
              <a:t> F•</a:t>
            </a:r>
            <a:endParaRPr lang="en-US" sz="900" dirty="0">
              <a:latin typeface="Times New Roman" panose="02020603050405020304" pitchFamily="18" charset="0"/>
              <a:cs typeface="Times New Roman" panose="02020603050405020304" pitchFamily="18" charset="0"/>
            </a:endParaRPr>
          </a:p>
          <a:p>
            <a:pPr marL="0" indent="0">
              <a:buNone/>
            </a:pPr>
            <a:endParaRPr lang="en-US" sz="900"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4" name="TextBox 3">
            <a:extLst>
              <a:ext uri="{FF2B5EF4-FFF2-40B4-BE49-F238E27FC236}">
                <a16:creationId xmlns:a16="http://schemas.microsoft.com/office/drawing/2014/main" id="{A29D5044-023F-4FE9-9E06-0861DF52292B}"/>
              </a:ext>
            </a:extLst>
          </p:cNvPr>
          <p:cNvSpPr txBox="1"/>
          <p:nvPr/>
        </p:nvSpPr>
        <p:spPr>
          <a:xfrm>
            <a:off x="1228582" y="2915648"/>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1</a:t>
            </a:r>
          </a:p>
        </p:txBody>
      </p:sp>
      <p:sp>
        <p:nvSpPr>
          <p:cNvPr id="5" name="Right Bracket 4">
            <a:extLst>
              <a:ext uri="{FF2B5EF4-FFF2-40B4-BE49-F238E27FC236}">
                <a16:creationId xmlns:a16="http://schemas.microsoft.com/office/drawing/2014/main" id="{1004332F-4445-4B4D-8C44-E3E751F6C403}"/>
              </a:ext>
            </a:extLst>
          </p:cNvPr>
          <p:cNvSpPr/>
          <p:nvPr/>
        </p:nvSpPr>
        <p:spPr>
          <a:xfrm>
            <a:off x="1134995" y="2746497"/>
            <a:ext cx="34289" cy="5914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6" name="TextBox 5">
            <a:extLst>
              <a:ext uri="{FF2B5EF4-FFF2-40B4-BE49-F238E27FC236}">
                <a16:creationId xmlns:a16="http://schemas.microsoft.com/office/drawing/2014/main" id="{6DA65A7A-9B67-47A0-8E95-512DD7990A8A}"/>
              </a:ext>
            </a:extLst>
          </p:cNvPr>
          <p:cNvSpPr txBox="1"/>
          <p:nvPr/>
        </p:nvSpPr>
        <p:spPr>
          <a:xfrm>
            <a:off x="1051402" y="1404400"/>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0</a:t>
            </a:r>
          </a:p>
        </p:txBody>
      </p:sp>
      <p:sp>
        <p:nvSpPr>
          <p:cNvPr id="7" name="Right Bracket 6">
            <a:extLst>
              <a:ext uri="{FF2B5EF4-FFF2-40B4-BE49-F238E27FC236}">
                <a16:creationId xmlns:a16="http://schemas.microsoft.com/office/drawing/2014/main" id="{E480E10E-66F7-40A9-92A6-98443D77C87E}"/>
              </a:ext>
            </a:extLst>
          </p:cNvPr>
          <p:cNvSpPr/>
          <p:nvPr/>
        </p:nvSpPr>
        <p:spPr>
          <a:xfrm>
            <a:off x="1044052" y="942263"/>
            <a:ext cx="34289" cy="1394527"/>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8" name="Content Placeholder 2">
            <a:extLst>
              <a:ext uri="{FF2B5EF4-FFF2-40B4-BE49-F238E27FC236}">
                <a16:creationId xmlns:a16="http://schemas.microsoft.com/office/drawing/2014/main" id="{13AD00B3-82A6-4526-B2C1-03CB62C24077}"/>
              </a:ext>
            </a:extLst>
          </p:cNvPr>
          <p:cNvSpPr txBox="1">
            <a:spLocks/>
          </p:cNvSpPr>
          <p:nvPr/>
        </p:nvSpPr>
        <p:spPr>
          <a:xfrm>
            <a:off x="1530550" y="869190"/>
            <a:ext cx="1754909" cy="5100724"/>
          </a:xfrm>
          <a:prstGeom prst="rect">
            <a:avLst/>
          </a:prstGeom>
        </p:spPr>
        <p:txBody>
          <a:bodyPr vert="horz" lIns="68580" tIns="34290" rIns="68580" bIns="34290" rtlCol="0">
            <a:normAutofit fontScale="92500"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0, </a:t>
            </a:r>
            <a:r>
              <a:rPr lang="en-US" sz="900" b="1" dirty="0">
                <a:latin typeface="Times New Roman" panose="02020603050405020304" pitchFamily="18" charset="0"/>
                <a:cs typeface="Times New Roman" panose="02020603050405020304" pitchFamily="18" charset="0"/>
              </a:rPr>
              <a:t>( )</a:t>
            </a:r>
          </a:p>
          <a:p>
            <a:pPr lvl="1"/>
            <a:r>
              <a:rPr lang="en-US" sz="900" b="1" dirty="0">
                <a:latin typeface="Times New Roman" panose="02020603050405020304" pitchFamily="18" charset="0"/>
                <a:cs typeface="Times New Roman" panose="02020603050405020304" pitchFamily="18" charset="0"/>
              </a:rPr>
              <a:t>F  </a:t>
            </a:r>
            <a:r>
              <a:rPr lang="en-US" sz="9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900" b="1" dirty="0">
                <a:latin typeface="Times New Roman" panose="02020603050405020304" pitchFamily="18" charset="0"/>
                <a:cs typeface="Times New Roman" panose="02020603050405020304" pitchFamily="18" charset="0"/>
              </a:rPr>
              <a:t>E  </a:t>
            </a:r>
            <a:r>
              <a:rPr lang="en-US" sz="900" b="1" dirty="0">
                <a:latin typeface="Times New Roman" panose="02020603050405020304" pitchFamily="18" charset="0"/>
                <a:cs typeface="Times New Roman" panose="02020603050405020304" pitchFamily="18" charset="0"/>
                <a:sym typeface="Wingdings" panose="05000000000000000000" pitchFamily="2" charset="2"/>
              </a:rPr>
              <a:t> • E + T </a:t>
            </a:r>
          </a:p>
          <a:p>
            <a:pPr lvl="1"/>
            <a:r>
              <a:rPr lang="en-US" sz="900" b="1" dirty="0">
                <a:latin typeface="Times New Roman" panose="02020603050405020304" pitchFamily="18" charset="0"/>
                <a:cs typeface="Times New Roman" panose="02020603050405020304" pitchFamily="18" charset="0"/>
              </a:rPr>
              <a:t>E  </a:t>
            </a:r>
            <a:r>
              <a:rPr lang="en-US" sz="900" b="1" dirty="0">
                <a:latin typeface="Times New Roman" panose="02020603050405020304" pitchFamily="18" charset="0"/>
                <a:cs typeface="Times New Roman" panose="02020603050405020304" pitchFamily="18" charset="0"/>
                <a:sym typeface="Wingdings" panose="05000000000000000000" pitchFamily="2" charset="2"/>
              </a:rPr>
              <a:t> • T</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T   • T * F </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T   • F</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375"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0, </a:t>
            </a:r>
            <a:r>
              <a:rPr lang="en-US" sz="900" b="1" dirty="0">
                <a:latin typeface="Times New Roman" panose="02020603050405020304" pitchFamily="18" charset="0"/>
                <a:cs typeface="Times New Roman" panose="02020603050405020304" pitchFamily="18" charset="0"/>
              </a:rPr>
              <a:t>id )</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id• </a:t>
            </a:r>
            <a:endParaRPr lang="en-US" sz="12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endParaRPr lang="en-US" sz="825" dirty="0">
              <a:latin typeface="Times New Roman" panose="02020603050405020304" pitchFamily="18" charset="0"/>
              <a:cs typeface="Times New Roman" panose="02020603050405020304" pitchFamily="18" charset="0"/>
            </a:endParaRP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1, </a:t>
            </a:r>
            <a:r>
              <a:rPr lang="en-US" sz="900" b="1" dirty="0">
                <a:latin typeface="Times New Roman" panose="02020603050405020304" pitchFamily="18" charset="0"/>
                <a:cs typeface="Times New Roman" panose="02020603050405020304" pitchFamily="18" charset="0"/>
              </a:rPr>
              <a:t>+)</a:t>
            </a:r>
          </a:p>
          <a:p>
            <a:pPr lvl="1"/>
            <a:r>
              <a:rPr lang="en-US" sz="900" b="1" dirty="0">
                <a:latin typeface="Times New Roman" panose="02020603050405020304" pitchFamily="18" charset="0"/>
                <a:cs typeface="Times New Roman" panose="02020603050405020304" pitchFamily="18" charset="0"/>
              </a:rPr>
              <a:t>E  </a:t>
            </a:r>
            <a:r>
              <a:rPr lang="en-US" sz="900" b="1" dirty="0">
                <a:latin typeface="Times New Roman" panose="02020603050405020304" pitchFamily="18" charset="0"/>
                <a:cs typeface="Times New Roman" panose="02020603050405020304" pitchFamily="18" charset="0"/>
                <a:sym typeface="Wingdings" panose="05000000000000000000" pitchFamily="2" charset="2"/>
              </a:rPr>
              <a:t> E + •T</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T   • T * F </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T   • F</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2, </a:t>
            </a:r>
            <a:r>
              <a:rPr lang="en-US" sz="900" b="1" dirty="0">
                <a:latin typeface="Times New Roman" panose="02020603050405020304" pitchFamily="18" charset="0"/>
                <a:cs typeface="Times New Roman" panose="02020603050405020304" pitchFamily="18" charset="0"/>
              </a:rPr>
              <a:t>*)</a:t>
            </a:r>
          </a:p>
          <a:p>
            <a:pPr lvl="1"/>
            <a:r>
              <a:rPr lang="en-US" sz="900" b="1" dirty="0">
                <a:latin typeface="Times New Roman" panose="02020603050405020304" pitchFamily="18" charset="0"/>
                <a:cs typeface="Times New Roman" panose="02020603050405020304" pitchFamily="18" charset="0"/>
              </a:rPr>
              <a:t>T  </a:t>
            </a:r>
            <a:r>
              <a:rPr lang="en-US" sz="900" b="1" dirty="0">
                <a:latin typeface="Times New Roman" panose="02020603050405020304" pitchFamily="18" charset="0"/>
                <a:cs typeface="Times New Roman" panose="02020603050405020304" pitchFamily="18" charset="0"/>
                <a:sym typeface="Wingdings" panose="05000000000000000000" pitchFamily="2" charset="2"/>
              </a:rPr>
              <a:t> T * •F</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11" name="TextBox 10">
            <a:extLst>
              <a:ext uri="{FF2B5EF4-FFF2-40B4-BE49-F238E27FC236}">
                <a16:creationId xmlns:a16="http://schemas.microsoft.com/office/drawing/2014/main" id="{F317E8DD-0C6C-46CB-AFDD-8FD49C70C729}"/>
              </a:ext>
            </a:extLst>
          </p:cNvPr>
          <p:cNvSpPr txBox="1"/>
          <p:nvPr/>
        </p:nvSpPr>
        <p:spPr>
          <a:xfrm>
            <a:off x="1139896" y="4343748"/>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3</a:t>
            </a:r>
          </a:p>
        </p:txBody>
      </p:sp>
      <p:sp>
        <p:nvSpPr>
          <p:cNvPr id="12" name="Right Bracket 11">
            <a:extLst>
              <a:ext uri="{FF2B5EF4-FFF2-40B4-BE49-F238E27FC236}">
                <a16:creationId xmlns:a16="http://schemas.microsoft.com/office/drawing/2014/main" id="{D1644E35-F19B-4E39-BBC4-17DD386CCD17}"/>
              </a:ext>
            </a:extLst>
          </p:cNvPr>
          <p:cNvSpPr/>
          <p:nvPr/>
        </p:nvSpPr>
        <p:spPr>
          <a:xfrm>
            <a:off x="1122752" y="4351787"/>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Right Bracket 12">
            <a:extLst>
              <a:ext uri="{FF2B5EF4-FFF2-40B4-BE49-F238E27FC236}">
                <a16:creationId xmlns:a16="http://schemas.microsoft.com/office/drawing/2014/main" id="{2CC9DBF8-F7CB-44C4-BA6C-314C5BCF4AD7}"/>
              </a:ext>
            </a:extLst>
          </p:cNvPr>
          <p:cNvSpPr/>
          <p:nvPr/>
        </p:nvSpPr>
        <p:spPr>
          <a:xfrm>
            <a:off x="2659066" y="1101137"/>
            <a:ext cx="34289" cy="1533980"/>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4" name="TextBox 13">
            <a:extLst>
              <a:ext uri="{FF2B5EF4-FFF2-40B4-BE49-F238E27FC236}">
                <a16:creationId xmlns:a16="http://schemas.microsoft.com/office/drawing/2014/main" id="{2F4B1ACD-338D-4F07-9836-09C8C5E8D1ED}"/>
              </a:ext>
            </a:extLst>
          </p:cNvPr>
          <p:cNvSpPr txBox="1"/>
          <p:nvPr/>
        </p:nvSpPr>
        <p:spPr>
          <a:xfrm>
            <a:off x="2684695" y="1587440"/>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4</a:t>
            </a:r>
          </a:p>
        </p:txBody>
      </p:sp>
      <p:sp>
        <p:nvSpPr>
          <p:cNvPr id="15" name="TextBox 14">
            <a:extLst>
              <a:ext uri="{FF2B5EF4-FFF2-40B4-BE49-F238E27FC236}">
                <a16:creationId xmlns:a16="http://schemas.microsoft.com/office/drawing/2014/main" id="{92BB2404-F201-4BB9-8667-FF445D23A0DB}"/>
              </a:ext>
            </a:extLst>
          </p:cNvPr>
          <p:cNvSpPr txBox="1"/>
          <p:nvPr/>
        </p:nvSpPr>
        <p:spPr>
          <a:xfrm>
            <a:off x="2623269" y="3036067"/>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5</a:t>
            </a:r>
          </a:p>
        </p:txBody>
      </p:sp>
      <p:sp>
        <p:nvSpPr>
          <p:cNvPr id="16" name="Right Bracket 15">
            <a:extLst>
              <a:ext uri="{FF2B5EF4-FFF2-40B4-BE49-F238E27FC236}">
                <a16:creationId xmlns:a16="http://schemas.microsoft.com/office/drawing/2014/main" id="{6C46B367-1BBD-4044-8A39-79D5DCB36BC1}"/>
              </a:ext>
            </a:extLst>
          </p:cNvPr>
          <p:cNvSpPr/>
          <p:nvPr/>
        </p:nvSpPr>
        <p:spPr>
          <a:xfrm>
            <a:off x="2624776" y="3039475"/>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7" name="Content Placeholder 2">
            <a:extLst>
              <a:ext uri="{FF2B5EF4-FFF2-40B4-BE49-F238E27FC236}">
                <a16:creationId xmlns:a16="http://schemas.microsoft.com/office/drawing/2014/main" id="{652FC66A-60E2-4F2D-BE97-D54AB67E647F}"/>
              </a:ext>
            </a:extLst>
          </p:cNvPr>
          <p:cNvSpPr txBox="1">
            <a:spLocks/>
          </p:cNvSpPr>
          <p:nvPr/>
        </p:nvSpPr>
        <p:spPr>
          <a:xfrm>
            <a:off x="3241075" y="859189"/>
            <a:ext cx="1992644" cy="5110724"/>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4, </a:t>
            </a:r>
            <a:r>
              <a:rPr lang="en-US" sz="900" b="1" dirty="0">
                <a:latin typeface="Times New Roman" panose="02020603050405020304" pitchFamily="18" charset="0"/>
                <a:cs typeface="Times New Roman" panose="02020603050405020304" pitchFamily="18" charset="0"/>
              </a:rPr>
              <a:t>E)</a:t>
            </a:r>
          </a:p>
          <a:p>
            <a:pPr lvl="1"/>
            <a:r>
              <a:rPr lang="en-US" sz="900" b="1" dirty="0">
                <a:latin typeface="Times New Roman" panose="02020603050405020304" pitchFamily="18" charset="0"/>
                <a:cs typeface="Times New Roman" panose="02020603050405020304" pitchFamily="18" charset="0"/>
              </a:rPr>
              <a:t>F  </a:t>
            </a:r>
            <a:r>
              <a:rPr lang="en-US" sz="9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E   E• + T</a:t>
            </a:r>
          </a:p>
          <a:p>
            <a:pPr marL="0" indent="0">
              <a:buNone/>
            </a:pPr>
            <a:endParaRPr lang="en-US" sz="60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r>
              <a:rPr lang="en-US" sz="900" dirty="0" err="1">
                <a:latin typeface="Times New Roman" panose="02020603050405020304" pitchFamily="18" charset="0"/>
                <a:cs typeface="Times New Roman" panose="02020603050405020304" pitchFamily="18" charset="0"/>
              </a:rPr>
              <a:t>Goto</a:t>
            </a:r>
            <a:r>
              <a:rPr lang="en-US" sz="900" dirty="0">
                <a:latin typeface="Times New Roman" panose="02020603050405020304" pitchFamily="18" charset="0"/>
                <a:cs typeface="Times New Roman" panose="02020603050405020304" pitchFamily="18" charset="0"/>
              </a:rPr>
              <a:t>(I</a:t>
            </a:r>
            <a:r>
              <a:rPr lang="en-US" sz="900" b="1" baseline="-25000" dirty="0">
                <a:latin typeface="Times New Roman" panose="02020603050405020304" pitchFamily="18" charset="0"/>
                <a:cs typeface="Times New Roman" panose="02020603050405020304" pitchFamily="18" charset="0"/>
              </a:rPr>
              <a:t>4, </a:t>
            </a:r>
            <a:r>
              <a:rPr lang="en-US" sz="900" b="1" dirty="0">
                <a:latin typeface="Times New Roman" panose="02020603050405020304" pitchFamily="18" charset="0"/>
                <a:cs typeface="Times New Roman" panose="02020603050405020304" pitchFamily="18" charset="0"/>
              </a:rPr>
              <a:t>T)</a:t>
            </a:r>
          </a:p>
          <a:p>
            <a:pPr lvl="1"/>
            <a:r>
              <a:rPr lang="en-US" sz="900" b="1" dirty="0">
                <a:latin typeface="Times New Roman" panose="02020603050405020304" pitchFamily="18" charset="0"/>
                <a:cs typeface="Times New Roman" panose="02020603050405020304" pitchFamily="18" charset="0"/>
              </a:rPr>
              <a:t>E  </a:t>
            </a:r>
            <a:r>
              <a:rPr lang="en-US" sz="900" b="1" dirty="0">
                <a:latin typeface="Times New Roman" panose="02020603050405020304" pitchFamily="18" charset="0"/>
                <a:cs typeface="Times New Roman" panose="02020603050405020304" pitchFamily="18" charset="0"/>
                <a:sym typeface="Wingdings" panose="05000000000000000000" pitchFamily="2" charset="2"/>
              </a:rPr>
              <a:t> T•</a:t>
            </a:r>
          </a:p>
          <a:p>
            <a:pPr lvl="1"/>
            <a:r>
              <a:rPr lang="en-US" sz="900" b="1" dirty="0">
                <a:latin typeface="Times New Roman" panose="02020603050405020304" pitchFamily="18" charset="0"/>
                <a:cs typeface="Times New Roman" panose="02020603050405020304" pitchFamily="18" charset="0"/>
                <a:sym typeface="Wingdings" panose="05000000000000000000" pitchFamily="2" charset="2"/>
              </a:rPr>
              <a:t>T   T• * F</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4, </a:t>
            </a:r>
            <a:r>
              <a:rPr lang="en-US" sz="1350" b="1" dirty="0">
                <a:latin typeface="Times New Roman" panose="02020603050405020304" pitchFamily="18" charset="0"/>
                <a:cs typeface="Times New Roman" panose="02020603050405020304" pitchFamily="18" charset="0"/>
              </a:rPr>
              <a:t>F)</a:t>
            </a:r>
          </a:p>
          <a:p>
            <a:pPr lvl="1"/>
            <a:r>
              <a:rPr lang="en-US" sz="1200" b="1" dirty="0">
                <a:latin typeface="Times New Roman" panose="02020603050405020304" pitchFamily="18" charset="0"/>
                <a:cs typeface="Times New Roman" panose="02020603050405020304" pitchFamily="18" charset="0"/>
              </a:rPr>
              <a:t>T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F•</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4, </a:t>
            </a:r>
            <a:r>
              <a:rPr lang="en-US" sz="1350" b="1" dirty="0">
                <a:latin typeface="Times New Roman" panose="02020603050405020304" pitchFamily="18" charset="0"/>
                <a:cs typeface="Times New Roman" panose="02020603050405020304" pitchFamily="18" charset="0"/>
              </a:rPr>
              <a:t>( )</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 E + T </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T * F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F</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225" dirty="0">
              <a:latin typeface="Times New Roman" panose="02020603050405020304" pitchFamily="18" charset="0"/>
              <a:cs typeface="Times New Roman" panose="02020603050405020304" pitchFamily="18" charset="0"/>
            </a:endParaRPr>
          </a:p>
          <a:p>
            <a:pPr marL="0" indent="0">
              <a:buNone/>
            </a:pPr>
            <a:endParaRPr lang="en-US" sz="225" dirty="0">
              <a:latin typeface="Times New Roman" panose="02020603050405020304" pitchFamily="18" charset="0"/>
              <a:cs typeface="Times New Roman" panose="02020603050405020304" pitchFamily="18" charset="0"/>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4, </a:t>
            </a:r>
            <a:r>
              <a:rPr lang="en-US" sz="1350" b="1" dirty="0">
                <a:latin typeface="Times New Roman" panose="02020603050405020304" pitchFamily="18" charset="0"/>
                <a:cs typeface="Times New Roman" panose="02020603050405020304" pitchFamily="18" charset="0"/>
              </a:rPr>
              <a:t> id)</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id•</a:t>
            </a: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18" name="Right Bracket 17">
            <a:extLst>
              <a:ext uri="{FF2B5EF4-FFF2-40B4-BE49-F238E27FC236}">
                <a16:creationId xmlns:a16="http://schemas.microsoft.com/office/drawing/2014/main" id="{03B5D142-FDAB-44DF-BD34-F2FED31BAF29}"/>
              </a:ext>
            </a:extLst>
          </p:cNvPr>
          <p:cNvSpPr/>
          <p:nvPr/>
        </p:nvSpPr>
        <p:spPr>
          <a:xfrm>
            <a:off x="2628170" y="3767497"/>
            <a:ext cx="34289" cy="1152501"/>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9" name="TextBox 18">
            <a:extLst>
              <a:ext uri="{FF2B5EF4-FFF2-40B4-BE49-F238E27FC236}">
                <a16:creationId xmlns:a16="http://schemas.microsoft.com/office/drawing/2014/main" id="{F817C870-3CAF-44D0-9F6A-BAF484C0AF34}"/>
              </a:ext>
            </a:extLst>
          </p:cNvPr>
          <p:cNvSpPr txBox="1"/>
          <p:nvPr/>
        </p:nvSpPr>
        <p:spPr>
          <a:xfrm>
            <a:off x="2684695" y="4266037"/>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6</a:t>
            </a:r>
          </a:p>
        </p:txBody>
      </p:sp>
      <p:sp>
        <p:nvSpPr>
          <p:cNvPr id="20" name="Right Bracket 19">
            <a:extLst>
              <a:ext uri="{FF2B5EF4-FFF2-40B4-BE49-F238E27FC236}">
                <a16:creationId xmlns:a16="http://schemas.microsoft.com/office/drawing/2014/main" id="{791409D4-54C0-4D87-8609-8854A7784BED}"/>
              </a:ext>
            </a:extLst>
          </p:cNvPr>
          <p:cNvSpPr/>
          <p:nvPr/>
        </p:nvSpPr>
        <p:spPr>
          <a:xfrm>
            <a:off x="2627224" y="5226094"/>
            <a:ext cx="34289" cy="5914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1" name="TextBox 20">
            <a:extLst>
              <a:ext uri="{FF2B5EF4-FFF2-40B4-BE49-F238E27FC236}">
                <a16:creationId xmlns:a16="http://schemas.microsoft.com/office/drawing/2014/main" id="{F689A4A8-B83B-4E32-940E-2E6A048A38E1}"/>
              </a:ext>
            </a:extLst>
          </p:cNvPr>
          <p:cNvSpPr txBox="1"/>
          <p:nvPr/>
        </p:nvSpPr>
        <p:spPr>
          <a:xfrm>
            <a:off x="2684695" y="5302673"/>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7</a:t>
            </a:r>
          </a:p>
        </p:txBody>
      </p:sp>
      <p:sp>
        <p:nvSpPr>
          <p:cNvPr id="22" name="TextBox 21">
            <a:extLst>
              <a:ext uri="{FF2B5EF4-FFF2-40B4-BE49-F238E27FC236}">
                <a16:creationId xmlns:a16="http://schemas.microsoft.com/office/drawing/2014/main" id="{8A4AA005-AF74-4471-9069-9C1BD1274B24}"/>
              </a:ext>
            </a:extLst>
          </p:cNvPr>
          <p:cNvSpPr txBox="1"/>
          <p:nvPr/>
        </p:nvSpPr>
        <p:spPr>
          <a:xfrm>
            <a:off x="4307573" y="1184485"/>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8</a:t>
            </a:r>
          </a:p>
        </p:txBody>
      </p:sp>
      <p:sp>
        <p:nvSpPr>
          <p:cNvPr id="23" name="Right Bracket 22">
            <a:extLst>
              <a:ext uri="{FF2B5EF4-FFF2-40B4-BE49-F238E27FC236}">
                <a16:creationId xmlns:a16="http://schemas.microsoft.com/office/drawing/2014/main" id="{27D8300E-0CA6-4ADE-A149-F4DB75502411}"/>
              </a:ext>
            </a:extLst>
          </p:cNvPr>
          <p:cNvSpPr/>
          <p:nvPr/>
        </p:nvSpPr>
        <p:spPr>
          <a:xfrm>
            <a:off x="4290429" y="1098560"/>
            <a:ext cx="34289" cy="444339"/>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5" name="TextBox 24">
            <a:extLst>
              <a:ext uri="{FF2B5EF4-FFF2-40B4-BE49-F238E27FC236}">
                <a16:creationId xmlns:a16="http://schemas.microsoft.com/office/drawing/2014/main" id="{24135D80-9F75-4574-932C-B1624EC866C4}"/>
              </a:ext>
            </a:extLst>
          </p:cNvPr>
          <p:cNvSpPr txBox="1"/>
          <p:nvPr/>
        </p:nvSpPr>
        <p:spPr>
          <a:xfrm>
            <a:off x="4327451" y="2053597"/>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2</a:t>
            </a:r>
          </a:p>
        </p:txBody>
      </p:sp>
      <p:sp>
        <p:nvSpPr>
          <p:cNvPr id="26" name="Right Bracket 25">
            <a:extLst>
              <a:ext uri="{FF2B5EF4-FFF2-40B4-BE49-F238E27FC236}">
                <a16:creationId xmlns:a16="http://schemas.microsoft.com/office/drawing/2014/main" id="{BEC20614-C861-4C78-A4D2-89F0E72822E8}"/>
              </a:ext>
            </a:extLst>
          </p:cNvPr>
          <p:cNvSpPr/>
          <p:nvPr/>
        </p:nvSpPr>
        <p:spPr>
          <a:xfrm>
            <a:off x="4307573" y="1947711"/>
            <a:ext cx="34289" cy="488773"/>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7" name="TextBox 26">
            <a:extLst>
              <a:ext uri="{FF2B5EF4-FFF2-40B4-BE49-F238E27FC236}">
                <a16:creationId xmlns:a16="http://schemas.microsoft.com/office/drawing/2014/main" id="{BFDD586A-6F12-4999-99E0-521963DD65C8}"/>
              </a:ext>
            </a:extLst>
          </p:cNvPr>
          <p:cNvSpPr txBox="1"/>
          <p:nvPr/>
        </p:nvSpPr>
        <p:spPr>
          <a:xfrm>
            <a:off x="1174159" y="3716641"/>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2</a:t>
            </a:r>
          </a:p>
        </p:txBody>
      </p:sp>
      <p:sp>
        <p:nvSpPr>
          <p:cNvPr id="28" name="Right Bracket 27">
            <a:extLst>
              <a:ext uri="{FF2B5EF4-FFF2-40B4-BE49-F238E27FC236}">
                <a16:creationId xmlns:a16="http://schemas.microsoft.com/office/drawing/2014/main" id="{D61BA241-84D0-4994-AE22-6A66F6F9A66F}"/>
              </a:ext>
            </a:extLst>
          </p:cNvPr>
          <p:cNvSpPr/>
          <p:nvPr/>
        </p:nvSpPr>
        <p:spPr>
          <a:xfrm>
            <a:off x="1157041" y="3545122"/>
            <a:ext cx="34289" cy="5914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9" name="TextBox 28">
            <a:extLst>
              <a:ext uri="{FF2B5EF4-FFF2-40B4-BE49-F238E27FC236}">
                <a16:creationId xmlns:a16="http://schemas.microsoft.com/office/drawing/2014/main" id="{E83AD593-6981-45F3-9247-19292D85A42C}"/>
              </a:ext>
            </a:extLst>
          </p:cNvPr>
          <p:cNvSpPr txBox="1"/>
          <p:nvPr/>
        </p:nvSpPr>
        <p:spPr>
          <a:xfrm>
            <a:off x="4325799" y="2650040"/>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3</a:t>
            </a:r>
          </a:p>
        </p:txBody>
      </p:sp>
      <p:sp>
        <p:nvSpPr>
          <p:cNvPr id="30" name="Right Bracket 29">
            <a:extLst>
              <a:ext uri="{FF2B5EF4-FFF2-40B4-BE49-F238E27FC236}">
                <a16:creationId xmlns:a16="http://schemas.microsoft.com/office/drawing/2014/main" id="{2C8B6C8D-2BF4-401C-B4C2-97A7BCD21D8F}"/>
              </a:ext>
            </a:extLst>
          </p:cNvPr>
          <p:cNvSpPr/>
          <p:nvPr/>
        </p:nvSpPr>
        <p:spPr>
          <a:xfrm>
            <a:off x="4278484" y="2657321"/>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1" name="Right Bracket 30">
            <a:extLst>
              <a:ext uri="{FF2B5EF4-FFF2-40B4-BE49-F238E27FC236}">
                <a16:creationId xmlns:a16="http://schemas.microsoft.com/office/drawing/2014/main" id="{D4111A24-653E-4005-8BF3-11DA9E6D3E30}"/>
              </a:ext>
            </a:extLst>
          </p:cNvPr>
          <p:cNvSpPr/>
          <p:nvPr/>
        </p:nvSpPr>
        <p:spPr>
          <a:xfrm>
            <a:off x="4583196" y="3265173"/>
            <a:ext cx="34289" cy="168737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2" name="TextBox 31">
            <a:extLst>
              <a:ext uri="{FF2B5EF4-FFF2-40B4-BE49-F238E27FC236}">
                <a16:creationId xmlns:a16="http://schemas.microsoft.com/office/drawing/2014/main" id="{E656608A-1051-4F5D-95B8-F75011256F09}"/>
              </a:ext>
            </a:extLst>
          </p:cNvPr>
          <p:cNvSpPr txBox="1"/>
          <p:nvPr/>
        </p:nvSpPr>
        <p:spPr>
          <a:xfrm>
            <a:off x="4608826" y="4057504"/>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4</a:t>
            </a:r>
          </a:p>
        </p:txBody>
      </p:sp>
      <p:sp>
        <p:nvSpPr>
          <p:cNvPr id="33" name="TextBox 32">
            <a:extLst>
              <a:ext uri="{FF2B5EF4-FFF2-40B4-BE49-F238E27FC236}">
                <a16:creationId xmlns:a16="http://schemas.microsoft.com/office/drawing/2014/main" id="{48EC0AEF-A4DA-4C48-987C-055DF4560AF8}"/>
              </a:ext>
            </a:extLst>
          </p:cNvPr>
          <p:cNvSpPr txBox="1"/>
          <p:nvPr/>
        </p:nvSpPr>
        <p:spPr>
          <a:xfrm>
            <a:off x="4603074" y="5464967"/>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5</a:t>
            </a:r>
          </a:p>
        </p:txBody>
      </p:sp>
      <p:sp>
        <p:nvSpPr>
          <p:cNvPr id="34" name="Right Bracket 33">
            <a:extLst>
              <a:ext uri="{FF2B5EF4-FFF2-40B4-BE49-F238E27FC236}">
                <a16:creationId xmlns:a16="http://schemas.microsoft.com/office/drawing/2014/main" id="{AAAADF60-955F-4FB4-9959-8A8D6D1D8978}"/>
              </a:ext>
            </a:extLst>
          </p:cNvPr>
          <p:cNvSpPr/>
          <p:nvPr/>
        </p:nvSpPr>
        <p:spPr>
          <a:xfrm>
            <a:off x="4604581" y="5468375"/>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5" name="Content Placeholder 2">
            <a:extLst>
              <a:ext uri="{FF2B5EF4-FFF2-40B4-BE49-F238E27FC236}">
                <a16:creationId xmlns:a16="http://schemas.microsoft.com/office/drawing/2014/main" id="{23D649A7-0A97-4B23-A62C-98ECD4C477AC}"/>
              </a:ext>
            </a:extLst>
          </p:cNvPr>
          <p:cNvSpPr txBox="1">
            <a:spLocks/>
          </p:cNvSpPr>
          <p:nvPr/>
        </p:nvSpPr>
        <p:spPr>
          <a:xfrm>
            <a:off x="5067800" y="857250"/>
            <a:ext cx="1992644" cy="5110724"/>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6, </a:t>
            </a:r>
            <a:r>
              <a:rPr lang="en-US" sz="1350" b="1" dirty="0">
                <a:latin typeface="Times New Roman" panose="02020603050405020304" pitchFamily="18" charset="0"/>
                <a:cs typeface="Times New Roman" panose="02020603050405020304" pitchFamily="18" charset="0"/>
              </a:rPr>
              <a:t>T )</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 + T •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T•  * F </a:t>
            </a:r>
          </a:p>
          <a:p>
            <a:pPr marL="0" indent="0">
              <a:buNone/>
            </a:pPr>
            <a:endParaRPr lang="en-US" sz="225" dirty="0">
              <a:latin typeface="Times New Roman" panose="02020603050405020304" pitchFamily="18" charset="0"/>
              <a:cs typeface="Times New Roman" panose="02020603050405020304" pitchFamily="18" charset="0"/>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6, </a:t>
            </a:r>
            <a:r>
              <a:rPr lang="en-US" sz="1350" b="1" dirty="0">
                <a:latin typeface="Times New Roman" panose="02020603050405020304" pitchFamily="18" charset="0"/>
                <a:cs typeface="Times New Roman" panose="02020603050405020304" pitchFamily="18" charset="0"/>
              </a:rPr>
              <a:t> F)</a:t>
            </a:r>
          </a:p>
          <a:p>
            <a:pPr lvl="1"/>
            <a:r>
              <a:rPr lang="en-US" sz="1200" b="1" dirty="0">
                <a:latin typeface="Times New Roman" panose="02020603050405020304" pitchFamily="18" charset="0"/>
                <a:cs typeface="Times New Roman" panose="02020603050405020304" pitchFamily="18" charset="0"/>
              </a:rPr>
              <a:t>T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F•</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6, </a:t>
            </a:r>
            <a:r>
              <a:rPr lang="en-US" sz="1350" b="1" dirty="0">
                <a:latin typeface="Times New Roman" panose="02020603050405020304" pitchFamily="18" charset="0"/>
                <a:cs typeface="Times New Roman" panose="02020603050405020304" pitchFamily="18" charset="0"/>
              </a:rPr>
              <a:t>( )</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 E + T </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T * F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 F</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 id</a:t>
            </a:r>
          </a:p>
          <a:p>
            <a:pPr marL="0" indent="0">
              <a:buNone/>
            </a:pPr>
            <a:endParaRPr lang="en-US" sz="1350" dirty="0">
              <a:latin typeface="Times New Roman" panose="02020603050405020304" pitchFamily="18" charset="0"/>
              <a:cs typeface="Times New Roman" panose="02020603050405020304" pitchFamily="18" charset="0"/>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6, </a:t>
            </a:r>
            <a:r>
              <a:rPr lang="en-US" sz="1350" b="1" dirty="0">
                <a:latin typeface="Times New Roman" panose="02020603050405020304" pitchFamily="18" charset="0"/>
                <a:cs typeface="Times New Roman" panose="02020603050405020304" pitchFamily="18" charset="0"/>
              </a:rPr>
              <a:t> id)</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id•</a:t>
            </a: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36" name="TextBox 35">
            <a:extLst>
              <a:ext uri="{FF2B5EF4-FFF2-40B4-BE49-F238E27FC236}">
                <a16:creationId xmlns:a16="http://schemas.microsoft.com/office/drawing/2014/main" id="{06240947-E2D1-4477-9C24-1CD6205A2D76}"/>
              </a:ext>
            </a:extLst>
          </p:cNvPr>
          <p:cNvSpPr txBox="1"/>
          <p:nvPr/>
        </p:nvSpPr>
        <p:spPr>
          <a:xfrm>
            <a:off x="6448982" y="1254099"/>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9</a:t>
            </a:r>
          </a:p>
        </p:txBody>
      </p:sp>
      <p:sp>
        <p:nvSpPr>
          <p:cNvPr id="37" name="Right Bracket 36">
            <a:extLst>
              <a:ext uri="{FF2B5EF4-FFF2-40B4-BE49-F238E27FC236}">
                <a16:creationId xmlns:a16="http://schemas.microsoft.com/office/drawing/2014/main" id="{C9E0565E-6E1C-4385-8BC2-71D3637E45ED}"/>
              </a:ext>
            </a:extLst>
          </p:cNvPr>
          <p:cNvSpPr/>
          <p:nvPr/>
        </p:nvSpPr>
        <p:spPr>
          <a:xfrm>
            <a:off x="6429104" y="1148213"/>
            <a:ext cx="34289" cy="488773"/>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38" name="TextBox 37">
            <a:extLst>
              <a:ext uri="{FF2B5EF4-FFF2-40B4-BE49-F238E27FC236}">
                <a16:creationId xmlns:a16="http://schemas.microsoft.com/office/drawing/2014/main" id="{70CE0507-549B-402D-97D9-B0173AA56AFF}"/>
              </a:ext>
            </a:extLst>
          </p:cNvPr>
          <p:cNvSpPr txBox="1"/>
          <p:nvPr/>
        </p:nvSpPr>
        <p:spPr>
          <a:xfrm>
            <a:off x="6448684" y="2079668"/>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3</a:t>
            </a:r>
          </a:p>
        </p:txBody>
      </p:sp>
      <p:sp>
        <p:nvSpPr>
          <p:cNvPr id="39" name="Right Bracket 38">
            <a:extLst>
              <a:ext uri="{FF2B5EF4-FFF2-40B4-BE49-F238E27FC236}">
                <a16:creationId xmlns:a16="http://schemas.microsoft.com/office/drawing/2014/main" id="{FEED007A-3106-4418-8E97-A1CA015AF745}"/>
              </a:ext>
            </a:extLst>
          </p:cNvPr>
          <p:cNvSpPr/>
          <p:nvPr/>
        </p:nvSpPr>
        <p:spPr>
          <a:xfrm>
            <a:off x="6441775" y="2087707"/>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0" name="Right Bracket 39">
            <a:extLst>
              <a:ext uri="{FF2B5EF4-FFF2-40B4-BE49-F238E27FC236}">
                <a16:creationId xmlns:a16="http://schemas.microsoft.com/office/drawing/2014/main" id="{026CCA0A-8D5C-40C9-AC4D-FE4C75385A03}"/>
              </a:ext>
            </a:extLst>
          </p:cNvPr>
          <p:cNvSpPr/>
          <p:nvPr/>
        </p:nvSpPr>
        <p:spPr>
          <a:xfrm>
            <a:off x="6451249" y="2793504"/>
            <a:ext cx="34289" cy="1856116"/>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1" name="TextBox 40">
            <a:extLst>
              <a:ext uri="{FF2B5EF4-FFF2-40B4-BE49-F238E27FC236}">
                <a16:creationId xmlns:a16="http://schemas.microsoft.com/office/drawing/2014/main" id="{1F03B811-48D9-4540-A193-A046271B2113}"/>
              </a:ext>
            </a:extLst>
          </p:cNvPr>
          <p:cNvSpPr txBox="1"/>
          <p:nvPr/>
        </p:nvSpPr>
        <p:spPr>
          <a:xfrm>
            <a:off x="6476879" y="3411789"/>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4</a:t>
            </a:r>
          </a:p>
        </p:txBody>
      </p:sp>
      <p:sp>
        <p:nvSpPr>
          <p:cNvPr id="42" name="TextBox 41">
            <a:extLst>
              <a:ext uri="{FF2B5EF4-FFF2-40B4-BE49-F238E27FC236}">
                <a16:creationId xmlns:a16="http://schemas.microsoft.com/office/drawing/2014/main" id="{14303E54-6FC4-4BEC-9BCE-4FBDACBE1AFB}"/>
              </a:ext>
            </a:extLst>
          </p:cNvPr>
          <p:cNvSpPr txBox="1"/>
          <p:nvPr/>
        </p:nvSpPr>
        <p:spPr>
          <a:xfrm>
            <a:off x="6454108" y="5192659"/>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5</a:t>
            </a:r>
          </a:p>
        </p:txBody>
      </p:sp>
      <p:sp>
        <p:nvSpPr>
          <p:cNvPr id="43" name="Right Bracket 42">
            <a:extLst>
              <a:ext uri="{FF2B5EF4-FFF2-40B4-BE49-F238E27FC236}">
                <a16:creationId xmlns:a16="http://schemas.microsoft.com/office/drawing/2014/main" id="{301FC396-4325-437A-96FF-D4748E491195}"/>
              </a:ext>
            </a:extLst>
          </p:cNvPr>
          <p:cNvSpPr/>
          <p:nvPr/>
        </p:nvSpPr>
        <p:spPr>
          <a:xfrm>
            <a:off x="6455615" y="5245761"/>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4" name="Content Placeholder 2">
            <a:extLst>
              <a:ext uri="{FF2B5EF4-FFF2-40B4-BE49-F238E27FC236}">
                <a16:creationId xmlns:a16="http://schemas.microsoft.com/office/drawing/2014/main" id="{DBADB35B-5826-4A8C-B9FC-41180C7A0427}"/>
              </a:ext>
            </a:extLst>
          </p:cNvPr>
          <p:cNvSpPr txBox="1">
            <a:spLocks/>
          </p:cNvSpPr>
          <p:nvPr/>
        </p:nvSpPr>
        <p:spPr>
          <a:xfrm>
            <a:off x="6971143" y="852280"/>
            <a:ext cx="1992644" cy="5110724"/>
          </a:xfrm>
          <a:prstGeom prst="rect">
            <a:avLst/>
          </a:prstGeom>
        </p:spPr>
        <p:txBody>
          <a:bodyPr vert="horz" lIns="68580" tIns="34290" rIns="68580" bIns="3429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7, </a:t>
            </a:r>
            <a:r>
              <a:rPr lang="en-US" sz="1350" b="1" dirty="0">
                <a:latin typeface="Times New Roman" panose="02020603050405020304" pitchFamily="18" charset="0"/>
                <a:cs typeface="Times New Roman" panose="02020603050405020304" pitchFamily="18" charset="0"/>
              </a:rPr>
              <a:t>F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T   T  * F •</a:t>
            </a:r>
          </a:p>
          <a:p>
            <a:pPr marL="0" indent="0">
              <a:buNone/>
            </a:pPr>
            <a:endParaRPr lang="en-US" sz="225" dirty="0">
              <a:latin typeface="Times New Roman" panose="02020603050405020304" pitchFamily="18" charset="0"/>
              <a:cs typeface="Times New Roman" panose="02020603050405020304" pitchFamily="18" charset="0"/>
            </a:endParaRP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7, </a:t>
            </a:r>
            <a:r>
              <a:rPr lang="en-US" sz="1350" b="1" dirty="0">
                <a:latin typeface="Times New Roman" panose="02020603050405020304" pitchFamily="18" charset="0"/>
                <a:cs typeface="Times New Roman" panose="02020603050405020304" pitchFamily="18" charset="0"/>
              </a:rPr>
              <a:t> ( )</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…Same as I4 </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7, </a:t>
            </a:r>
            <a:r>
              <a:rPr lang="en-US" sz="1350" b="1" dirty="0">
                <a:latin typeface="Times New Roman" panose="02020603050405020304" pitchFamily="18" charset="0"/>
                <a:cs typeface="Times New Roman" panose="02020603050405020304" pitchFamily="18" charset="0"/>
              </a:rPr>
              <a:t>id )</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F   id • </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8, </a:t>
            </a:r>
            <a:r>
              <a:rPr lang="en-US" sz="1350" b="1" dirty="0">
                <a:latin typeface="Times New Roman" panose="02020603050405020304" pitchFamily="18" charset="0"/>
                <a:cs typeface="Times New Roman" panose="02020603050405020304" pitchFamily="18" charset="0"/>
              </a:rPr>
              <a:t> ) )</a:t>
            </a:r>
          </a:p>
          <a:p>
            <a:pPr lvl="1"/>
            <a:r>
              <a:rPr lang="en-US" sz="1200" b="1" dirty="0">
                <a:latin typeface="Times New Roman" panose="02020603050405020304" pitchFamily="18" charset="0"/>
                <a:cs typeface="Times New Roman" panose="02020603050405020304" pitchFamily="18" charset="0"/>
              </a:rPr>
              <a:t>F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8, </a:t>
            </a:r>
            <a:r>
              <a:rPr lang="en-US" sz="1350" b="1" dirty="0">
                <a:latin typeface="Times New Roman" panose="02020603050405020304" pitchFamily="18" charset="0"/>
                <a:cs typeface="Times New Roman" panose="02020603050405020304" pitchFamily="18" charset="0"/>
              </a:rPr>
              <a:t> + )</a:t>
            </a:r>
          </a:p>
          <a:p>
            <a:pPr lvl="1"/>
            <a:r>
              <a:rPr lang="en-US" sz="1200" b="1" dirty="0">
                <a:latin typeface="Times New Roman" panose="02020603050405020304" pitchFamily="18" charset="0"/>
                <a:cs typeface="Times New Roman" panose="02020603050405020304" pitchFamily="18" charset="0"/>
              </a:rPr>
              <a:t>E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E + • T</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Same as I6</a:t>
            </a:r>
          </a:p>
          <a:p>
            <a:pPr marL="0" indent="0">
              <a:buNone/>
            </a:pPr>
            <a:r>
              <a:rPr lang="en-US" sz="1350" dirty="0" err="1">
                <a:latin typeface="Times New Roman" panose="02020603050405020304" pitchFamily="18" charset="0"/>
                <a:cs typeface="Times New Roman" panose="02020603050405020304" pitchFamily="18" charset="0"/>
              </a:rPr>
              <a:t>Goto</a:t>
            </a:r>
            <a:r>
              <a:rPr lang="en-US" sz="1350" dirty="0">
                <a:latin typeface="Times New Roman" panose="02020603050405020304" pitchFamily="18" charset="0"/>
                <a:cs typeface="Times New Roman" panose="02020603050405020304" pitchFamily="18" charset="0"/>
              </a:rPr>
              <a:t>(I</a:t>
            </a:r>
            <a:r>
              <a:rPr lang="en-US" sz="1350" b="1" baseline="-25000" dirty="0">
                <a:latin typeface="Times New Roman" panose="02020603050405020304" pitchFamily="18" charset="0"/>
                <a:cs typeface="Times New Roman" panose="02020603050405020304" pitchFamily="18" charset="0"/>
              </a:rPr>
              <a:t>9, </a:t>
            </a:r>
            <a:r>
              <a:rPr lang="en-US" sz="1350" b="1" dirty="0">
                <a:latin typeface="Times New Roman" panose="02020603050405020304" pitchFamily="18" charset="0"/>
                <a:cs typeface="Times New Roman" panose="02020603050405020304" pitchFamily="18" charset="0"/>
              </a:rPr>
              <a:t> * )</a:t>
            </a:r>
          </a:p>
          <a:p>
            <a:pPr lvl="1"/>
            <a:r>
              <a:rPr lang="en-US" sz="1200" b="1" dirty="0">
                <a:latin typeface="Times New Roman" panose="02020603050405020304" pitchFamily="18" charset="0"/>
                <a:cs typeface="Times New Roman" panose="02020603050405020304" pitchFamily="18" charset="0"/>
              </a:rPr>
              <a:t>T </a:t>
            </a:r>
            <a:r>
              <a:rPr lang="en-US" sz="1200" b="1" dirty="0">
                <a:latin typeface="Times New Roman" panose="02020603050405020304" pitchFamily="18" charset="0"/>
                <a:cs typeface="Times New Roman" panose="02020603050405020304" pitchFamily="18" charset="0"/>
                <a:sym typeface="Wingdings" panose="05000000000000000000" pitchFamily="2" charset="2"/>
              </a:rPr>
              <a:t> T *  • F</a:t>
            </a:r>
          </a:p>
          <a:p>
            <a:pPr lvl="1"/>
            <a:r>
              <a:rPr lang="en-US" sz="1200" b="1" dirty="0">
                <a:latin typeface="Times New Roman" panose="02020603050405020304" pitchFamily="18" charset="0"/>
                <a:cs typeface="Times New Roman" panose="02020603050405020304" pitchFamily="18" charset="0"/>
                <a:sym typeface="Wingdings" panose="05000000000000000000" pitchFamily="2" charset="2"/>
              </a:rPr>
              <a:t>Same as I7</a:t>
            </a: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a:p>
            <a:pPr marL="0" indent="0">
              <a:buNone/>
            </a:pPr>
            <a:endParaRPr lang="en-US" sz="1350"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45" name="TextBox 44">
            <a:extLst>
              <a:ext uri="{FF2B5EF4-FFF2-40B4-BE49-F238E27FC236}">
                <a16:creationId xmlns:a16="http://schemas.microsoft.com/office/drawing/2014/main" id="{EF4D52E9-4A2A-42D0-A8F0-9668DF6A1BB1}"/>
              </a:ext>
            </a:extLst>
          </p:cNvPr>
          <p:cNvSpPr txBox="1"/>
          <p:nvPr/>
        </p:nvSpPr>
        <p:spPr>
          <a:xfrm>
            <a:off x="8407680" y="1137976"/>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10</a:t>
            </a:r>
          </a:p>
        </p:txBody>
      </p:sp>
      <p:sp>
        <p:nvSpPr>
          <p:cNvPr id="46" name="Right Bracket 45">
            <a:extLst>
              <a:ext uri="{FF2B5EF4-FFF2-40B4-BE49-F238E27FC236}">
                <a16:creationId xmlns:a16="http://schemas.microsoft.com/office/drawing/2014/main" id="{956EED20-AD51-4D20-8E8B-15BE307C4568}"/>
              </a:ext>
            </a:extLst>
          </p:cNvPr>
          <p:cNvSpPr/>
          <p:nvPr/>
        </p:nvSpPr>
        <p:spPr>
          <a:xfrm>
            <a:off x="8349592" y="1156251"/>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TextBox 46">
            <a:extLst>
              <a:ext uri="{FF2B5EF4-FFF2-40B4-BE49-F238E27FC236}">
                <a16:creationId xmlns:a16="http://schemas.microsoft.com/office/drawing/2014/main" id="{8B0B8716-C328-40D2-BD71-F19D0EC66FC7}"/>
              </a:ext>
            </a:extLst>
          </p:cNvPr>
          <p:cNvSpPr txBox="1"/>
          <p:nvPr/>
        </p:nvSpPr>
        <p:spPr>
          <a:xfrm>
            <a:off x="8366736" y="2041110"/>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4</a:t>
            </a:r>
          </a:p>
        </p:txBody>
      </p:sp>
      <p:sp>
        <p:nvSpPr>
          <p:cNvPr id="48" name="Right Bracket 47">
            <a:extLst>
              <a:ext uri="{FF2B5EF4-FFF2-40B4-BE49-F238E27FC236}">
                <a16:creationId xmlns:a16="http://schemas.microsoft.com/office/drawing/2014/main" id="{B1E42734-718B-41A5-860A-307E7A24EA47}"/>
              </a:ext>
            </a:extLst>
          </p:cNvPr>
          <p:cNvSpPr/>
          <p:nvPr/>
        </p:nvSpPr>
        <p:spPr>
          <a:xfrm>
            <a:off x="8349592" y="2049149"/>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9" name="TextBox 48">
            <a:extLst>
              <a:ext uri="{FF2B5EF4-FFF2-40B4-BE49-F238E27FC236}">
                <a16:creationId xmlns:a16="http://schemas.microsoft.com/office/drawing/2014/main" id="{307ACB0C-079B-4CA8-B49F-5D284EDA95EC}"/>
              </a:ext>
            </a:extLst>
          </p:cNvPr>
          <p:cNvSpPr txBox="1"/>
          <p:nvPr/>
        </p:nvSpPr>
        <p:spPr>
          <a:xfrm>
            <a:off x="8390991" y="2662223"/>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5</a:t>
            </a:r>
          </a:p>
        </p:txBody>
      </p:sp>
      <p:sp>
        <p:nvSpPr>
          <p:cNvPr id="50" name="Right Bracket 49">
            <a:extLst>
              <a:ext uri="{FF2B5EF4-FFF2-40B4-BE49-F238E27FC236}">
                <a16:creationId xmlns:a16="http://schemas.microsoft.com/office/drawing/2014/main" id="{C83FEFF9-F99A-443E-8416-E89A6AD0E850}"/>
              </a:ext>
            </a:extLst>
          </p:cNvPr>
          <p:cNvSpPr/>
          <p:nvPr/>
        </p:nvSpPr>
        <p:spPr>
          <a:xfrm>
            <a:off x="8373847" y="2670262"/>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1" name="TextBox 50">
            <a:extLst>
              <a:ext uri="{FF2B5EF4-FFF2-40B4-BE49-F238E27FC236}">
                <a16:creationId xmlns:a16="http://schemas.microsoft.com/office/drawing/2014/main" id="{3DE8034E-7C32-4DAD-9296-FA6034BB9C9E}"/>
              </a:ext>
            </a:extLst>
          </p:cNvPr>
          <p:cNvSpPr txBox="1"/>
          <p:nvPr/>
        </p:nvSpPr>
        <p:spPr>
          <a:xfrm>
            <a:off x="8385723" y="3283125"/>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11</a:t>
            </a:r>
          </a:p>
        </p:txBody>
      </p:sp>
      <p:sp>
        <p:nvSpPr>
          <p:cNvPr id="52" name="Right Bracket 51">
            <a:extLst>
              <a:ext uri="{FF2B5EF4-FFF2-40B4-BE49-F238E27FC236}">
                <a16:creationId xmlns:a16="http://schemas.microsoft.com/office/drawing/2014/main" id="{E64778FC-985F-4C1A-999D-463E6DEA3720}"/>
              </a:ext>
            </a:extLst>
          </p:cNvPr>
          <p:cNvSpPr/>
          <p:nvPr/>
        </p:nvSpPr>
        <p:spPr>
          <a:xfrm>
            <a:off x="8378815" y="3301400"/>
            <a:ext cx="34289" cy="250818"/>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3" name="TextBox 52">
            <a:extLst>
              <a:ext uri="{FF2B5EF4-FFF2-40B4-BE49-F238E27FC236}">
                <a16:creationId xmlns:a16="http://schemas.microsoft.com/office/drawing/2014/main" id="{AD5E236D-64AA-4205-9B45-2518235FB114}"/>
              </a:ext>
            </a:extLst>
          </p:cNvPr>
          <p:cNvSpPr txBox="1"/>
          <p:nvPr/>
        </p:nvSpPr>
        <p:spPr>
          <a:xfrm>
            <a:off x="8434753" y="3981319"/>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6</a:t>
            </a:r>
          </a:p>
        </p:txBody>
      </p:sp>
      <p:sp>
        <p:nvSpPr>
          <p:cNvPr id="54" name="Right Bracket 53">
            <a:extLst>
              <a:ext uri="{FF2B5EF4-FFF2-40B4-BE49-F238E27FC236}">
                <a16:creationId xmlns:a16="http://schemas.microsoft.com/office/drawing/2014/main" id="{902961DA-755E-45F4-B455-0081960FE67E}"/>
              </a:ext>
            </a:extLst>
          </p:cNvPr>
          <p:cNvSpPr/>
          <p:nvPr/>
        </p:nvSpPr>
        <p:spPr>
          <a:xfrm>
            <a:off x="8414875" y="3875433"/>
            <a:ext cx="34289" cy="488773"/>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55" name="TextBox 54">
            <a:extLst>
              <a:ext uri="{FF2B5EF4-FFF2-40B4-BE49-F238E27FC236}">
                <a16:creationId xmlns:a16="http://schemas.microsoft.com/office/drawing/2014/main" id="{04569C2F-7B98-42FC-A966-22B3BAA14385}"/>
              </a:ext>
            </a:extLst>
          </p:cNvPr>
          <p:cNvSpPr txBox="1"/>
          <p:nvPr/>
        </p:nvSpPr>
        <p:spPr>
          <a:xfrm>
            <a:off x="8429785" y="4900691"/>
            <a:ext cx="558509"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I</a:t>
            </a:r>
            <a:r>
              <a:rPr lang="en-US" b="1" baseline="-25000" dirty="0">
                <a:latin typeface="Times New Roman" panose="02020603050405020304" pitchFamily="18" charset="0"/>
                <a:cs typeface="Times New Roman" panose="02020603050405020304" pitchFamily="18" charset="0"/>
              </a:rPr>
              <a:t>7</a:t>
            </a:r>
          </a:p>
        </p:txBody>
      </p:sp>
      <p:sp>
        <p:nvSpPr>
          <p:cNvPr id="56" name="Right Bracket 55">
            <a:extLst>
              <a:ext uri="{FF2B5EF4-FFF2-40B4-BE49-F238E27FC236}">
                <a16:creationId xmlns:a16="http://schemas.microsoft.com/office/drawing/2014/main" id="{5071478B-4819-4262-B680-E08514615CB2}"/>
              </a:ext>
            </a:extLst>
          </p:cNvPr>
          <p:cNvSpPr/>
          <p:nvPr/>
        </p:nvSpPr>
        <p:spPr>
          <a:xfrm>
            <a:off x="8378815" y="4756989"/>
            <a:ext cx="34289" cy="488773"/>
          </a:xfrm>
          <a:prstGeom prst="rightBracket">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 name="Slide Number Placeholder 1"/>
          <p:cNvSpPr>
            <a:spLocks noGrp="1"/>
          </p:cNvSpPr>
          <p:nvPr>
            <p:ph type="sldNum" sz="quarter" idx="12"/>
          </p:nvPr>
        </p:nvSpPr>
        <p:spPr>
          <a:xfrm>
            <a:off x="8719818" y="5423975"/>
            <a:ext cx="274320" cy="274320"/>
          </a:xfrm>
        </p:spPr>
        <p:txBody>
          <a:bodyPr/>
          <a:lstStyle/>
          <a:p>
            <a:fld id="{B8B52F9D-109B-4FE1-A15C-71D504CF7A83}" type="slidenum">
              <a:rPr lang="en-US" smtClean="0"/>
              <a:t>18</a:t>
            </a:fld>
            <a:endParaRPr lang="en-US"/>
          </a:p>
        </p:txBody>
      </p:sp>
    </p:spTree>
    <p:extLst>
      <p:ext uri="{BB962C8B-B14F-4D97-AF65-F5344CB8AC3E}">
        <p14:creationId xmlns:p14="http://schemas.microsoft.com/office/powerpoint/2010/main" val="2667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xEl>
                                              <p:pRg st="16" end="1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xEl>
                                              <p:pRg st="19" end="1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xEl>
                                              <p:pRg st="20" end="2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5">
                                            <p:txEl>
                                              <p:pRg st="6" end="6"/>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5">
                                            <p:txEl>
                                              <p:pRg st="7" end="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5">
                                            <p:txEl>
                                              <p:pRg st="8" end="8"/>
                                            </p:txEl>
                                          </p:spTgt>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5">
                                            <p:txEl>
                                              <p:pRg st="9" end="9"/>
                                            </p:txEl>
                                          </p:spTgt>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5">
                                            <p:txEl>
                                              <p:pRg st="10" end="10"/>
                                            </p:txEl>
                                          </p:spTgt>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35">
                                            <p:txEl>
                                              <p:pRg st="11" end="11"/>
                                            </p:txEl>
                                          </p:spTgt>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35">
                                            <p:txEl>
                                              <p:pRg st="12" end="12"/>
                                            </p:txEl>
                                          </p:spTgt>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5">
                                            <p:txEl>
                                              <p:pRg st="13" end="13"/>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5">
                                            <p:txEl>
                                              <p:pRg st="15" end="15"/>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35">
                                            <p:txEl>
                                              <p:pRg st="16" end="16"/>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3"/>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2"/>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44">
                                            <p:txEl>
                                              <p:pRg st="1" end="1"/>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4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46"/>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44">
                                            <p:txEl>
                                              <p:pRg st="3" end="3"/>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44">
                                            <p:txEl>
                                              <p:pRg st="4" end="4"/>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4">
                                            <p:txEl>
                                              <p:pRg st="5" end="5"/>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8"/>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44">
                                            <p:txEl>
                                              <p:pRg st="6" end="6"/>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44">
                                            <p:txEl>
                                              <p:pRg st="7" end="7"/>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49"/>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50"/>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44">
                                            <p:txEl>
                                              <p:pRg st="8" end="8"/>
                                            </p:txEl>
                                          </p:spTgt>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44">
                                            <p:txEl>
                                              <p:pRg st="9" end="9"/>
                                            </p:txEl>
                                          </p:spTgt>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51"/>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5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44">
                                            <p:txEl>
                                              <p:pRg st="10" end="10"/>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44">
                                            <p:txEl>
                                              <p:pRg st="11" end="11"/>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44">
                                            <p:txEl>
                                              <p:pRg st="0" end="0"/>
                                            </p:txEl>
                                          </p:spTgt>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44">
                                            <p:txEl>
                                              <p:pRg st="1" end="1"/>
                                            </p:txEl>
                                          </p:spTgt>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44">
                                            <p:txEl>
                                              <p:pRg st="3" end="3"/>
                                            </p:txEl>
                                          </p:spTgt>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44">
                                            <p:txEl>
                                              <p:pRg st="4" end="4"/>
                                            </p:txEl>
                                          </p:spTgt>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44">
                                            <p:txEl>
                                              <p:pRg st="5" end="5"/>
                                            </p:txEl>
                                          </p:spTgt>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44">
                                            <p:txEl>
                                              <p:pRg st="6" end="6"/>
                                            </p:txEl>
                                          </p:spTgt>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44">
                                            <p:txEl>
                                              <p:pRg st="7" end="7"/>
                                            </p:txEl>
                                          </p:spTgt>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44">
                                            <p:txEl>
                                              <p:pRg st="8" end="8"/>
                                            </p:txEl>
                                          </p:spTgt>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44">
                                            <p:txEl>
                                              <p:pRg st="9" end="9"/>
                                            </p:txEl>
                                          </p:spTgt>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44">
                                            <p:txEl>
                                              <p:pRg st="10" end="10"/>
                                            </p:txEl>
                                          </p:spTgt>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44">
                                            <p:txEl>
                                              <p:pRg st="11" end="11"/>
                                            </p:txEl>
                                          </p:spTgt>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44">
                                            <p:txEl>
                                              <p:pRg st="12" end="12"/>
                                            </p:txEl>
                                          </p:spTgt>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54"/>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53"/>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44">
                                            <p:txEl>
                                              <p:pRg st="13" end="13"/>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44">
                                            <p:txEl>
                                              <p:pRg st="14" end="14"/>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44">
                                            <p:txEl>
                                              <p:pRg st="15" end="15"/>
                                            </p:txEl>
                                          </p:spTgt>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56"/>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1" grpId="0" animBg="1"/>
      <p:bldP spid="32" grpId="0"/>
      <p:bldP spid="33" grpId="0"/>
      <p:bldP spid="34" grpId="0" animBg="1"/>
      <p:bldP spid="36" grpId="0"/>
      <p:bldP spid="37" grpId="0" animBg="1"/>
      <p:bldP spid="38" grpId="0"/>
      <p:bldP spid="39" grpId="0" animBg="1"/>
      <p:bldP spid="40" grpId="0" animBg="1"/>
      <p:bldP spid="41" grpId="0"/>
      <p:bldP spid="42" grpId="0"/>
      <p:bldP spid="43" grpId="0" animBg="1"/>
      <p:bldP spid="44" grpId="0" build="allAtOnce"/>
      <p:bldP spid="45" grpId="0"/>
      <p:bldP spid="46" grpId="0" animBg="1"/>
      <p:bldP spid="47" grpId="0"/>
      <p:bldP spid="48" grpId="0" animBg="1"/>
      <p:bldP spid="49" grpId="0"/>
      <p:bldP spid="50" grpId="0" animBg="1"/>
      <p:bldP spid="51" grpId="0"/>
      <p:bldP spid="52" grpId="0" animBg="1"/>
      <p:bldP spid="53" grpId="0"/>
      <p:bldP spid="54" grpId="0" animBg="1"/>
      <p:bldP spid="55" grpId="0"/>
      <p:bldP spid="5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F46D92EC-ACF7-450F-B325-AC80C024F8CE}"/>
              </a:ext>
            </a:extLst>
          </p:cNvPr>
          <p:cNvSpPr/>
          <p:nvPr/>
        </p:nvSpPr>
        <p:spPr>
          <a:xfrm>
            <a:off x="1053888" y="2986525"/>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0</a:t>
            </a:r>
          </a:p>
        </p:txBody>
      </p:sp>
      <p:grpSp>
        <p:nvGrpSpPr>
          <p:cNvPr id="108" name="Group 107">
            <a:extLst>
              <a:ext uri="{FF2B5EF4-FFF2-40B4-BE49-F238E27FC236}">
                <a16:creationId xmlns:a16="http://schemas.microsoft.com/office/drawing/2014/main" id="{F8036175-E12C-410F-826F-F798818B8B2E}"/>
              </a:ext>
            </a:extLst>
          </p:cNvPr>
          <p:cNvGrpSpPr/>
          <p:nvPr/>
        </p:nvGrpSpPr>
        <p:grpSpPr>
          <a:xfrm>
            <a:off x="1240172" y="3355196"/>
            <a:ext cx="1196767" cy="2549777"/>
            <a:chOff x="6062424" y="3417181"/>
            <a:chExt cx="1595689" cy="3399703"/>
          </a:xfrm>
        </p:grpSpPr>
        <p:sp>
          <p:nvSpPr>
            <p:cNvPr id="71" name="Oval 70">
              <a:extLst>
                <a:ext uri="{FF2B5EF4-FFF2-40B4-BE49-F238E27FC236}">
                  <a16:creationId xmlns:a16="http://schemas.microsoft.com/office/drawing/2014/main" id="{C0A31EFE-94BC-45EA-99D8-7C08CF956F33}"/>
                </a:ext>
              </a:extLst>
            </p:cNvPr>
            <p:cNvSpPr/>
            <p:nvPr/>
          </p:nvSpPr>
          <p:spPr>
            <a:xfrm>
              <a:off x="7161357" y="6325323"/>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5</a:t>
              </a:r>
            </a:p>
          </p:txBody>
        </p:sp>
        <p:cxnSp>
          <p:nvCxnSpPr>
            <p:cNvPr id="95" name="Straight Arrow Connector 94">
              <a:extLst>
                <a:ext uri="{FF2B5EF4-FFF2-40B4-BE49-F238E27FC236}">
                  <a16:creationId xmlns:a16="http://schemas.microsoft.com/office/drawing/2014/main" id="{B8688FEA-E6C5-4FB3-BB3E-1D78AF5863D4}"/>
                </a:ext>
              </a:extLst>
            </p:cNvPr>
            <p:cNvCxnSpPr>
              <a:cxnSpLocks/>
              <a:stCxn id="9" idx="4"/>
              <a:endCxn id="71" idx="1"/>
            </p:cNvCxnSpPr>
            <p:nvPr/>
          </p:nvCxnSpPr>
          <p:spPr>
            <a:xfrm>
              <a:off x="6062424" y="3417181"/>
              <a:ext cx="1171681" cy="29801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18F919DF-398A-4302-A85F-E68E34EEDABB}"/>
                </a:ext>
              </a:extLst>
            </p:cNvPr>
            <p:cNvSpPr txBox="1"/>
            <p:nvPr/>
          </p:nvSpPr>
          <p:spPr>
            <a:xfrm>
              <a:off x="6595199" y="4648662"/>
              <a:ext cx="365120" cy="677108"/>
            </a:xfrm>
            <a:prstGeom prst="rect">
              <a:avLst/>
            </a:prstGeom>
            <a:noFill/>
          </p:spPr>
          <p:txBody>
            <a:bodyPr wrap="square" rtlCol="0">
              <a:spAutoFit/>
            </a:bodyPr>
            <a:lstStyle/>
            <a:p>
              <a:r>
                <a:rPr lang="en-US" sz="1350" dirty="0"/>
                <a:t>id</a:t>
              </a:r>
            </a:p>
          </p:txBody>
        </p:sp>
      </p:grpSp>
      <p:grpSp>
        <p:nvGrpSpPr>
          <p:cNvPr id="107" name="Group 106">
            <a:extLst>
              <a:ext uri="{FF2B5EF4-FFF2-40B4-BE49-F238E27FC236}">
                <a16:creationId xmlns:a16="http://schemas.microsoft.com/office/drawing/2014/main" id="{3B812337-1916-4F66-852D-0C9B2AC7EB7E}"/>
              </a:ext>
            </a:extLst>
          </p:cNvPr>
          <p:cNvGrpSpPr/>
          <p:nvPr/>
        </p:nvGrpSpPr>
        <p:grpSpPr>
          <a:xfrm>
            <a:off x="1384544" y="3317116"/>
            <a:ext cx="1029033" cy="1533671"/>
            <a:chOff x="6254921" y="3366407"/>
            <a:chExt cx="1372044" cy="2044895"/>
          </a:xfrm>
        </p:grpSpPr>
        <p:sp>
          <p:nvSpPr>
            <p:cNvPr id="70" name="Oval 69">
              <a:extLst>
                <a:ext uri="{FF2B5EF4-FFF2-40B4-BE49-F238E27FC236}">
                  <a16:creationId xmlns:a16="http://schemas.microsoft.com/office/drawing/2014/main" id="{A9F9539E-CF6F-4E35-A4D4-8C89BC7DB5F9}"/>
                </a:ext>
              </a:extLst>
            </p:cNvPr>
            <p:cNvSpPr/>
            <p:nvPr/>
          </p:nvSpPr>
          <p:spPr>
            <a:xfrm>
              <a:off x="7130209" y="4919741"/>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4</a:t>
              </a:r>
            </a:p>
          </p:txBody>
        </p:sp>
        <p:cxnSp>
          <p:nvCxnSpPr>
            <p:cNvPr id="93" name="Straight Arrow Connector 92">
              <a:extLst>
                <a:ext uri="{FF2B5EF4-FFF2-40B4-BE49-F238E27FC236}">
                  <a16:creationId xmlns:a16="http://schemas.microsoft.com/office/drawing/2014/main" id="{474EADAD-D39F-457A-B408-0C5246F93FD3}"/>
                </a:ext>
              </a:extLst>
            </p:cNvPr>
            <p:cNvCxnSpPr>
              <a:cxnSpLocks/>
              <a:endCxn id="70" idx="1"/>
            </p:cNvCxnSpPr>
            <p:nvPr/>
          </p:nvCxnSpPr>
          <p:spPr>
            <a:xfrm>
              <a:off x="6254921" y="3366407"/>
              <a:ext cx="948036" cy="1625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0" name="TextBox 99">
              <a:extLst>
                <a:ext uri="{FF2B5EF4-FFF2-40B4-BE49-F238E27FC236}">
                  <a16:creationId xmlns:a16="http://schemas.microsoft.com/office/drawing/2014/main" id="{949967E4-B8D2-4BFF-A774-D1016FCB3965}"/>
                </a:ext>
              </a:extLst>
            </p:cNvPr>
            <p:cNvSpPr txBox="1"/>
            <p:nvPr/>
          </p:nvSpPr>
          <p:spPr>
            <a:xfrm>
              <a:off x="6765904" y="4004811"/>
              <a:ext cx="301752" cy="400109"/>
            </a:xfrm>
            <a:prstGeom prst="rect">
              <a:avLst/>
            </a:prstGeom>
            <a:noFill/>
          </p:spPr>
          <p:txBody>
            <a:bodyPr wrap="square" rtlCol="0">
              <a:spAutoFit/>
            </a:bodyPr>
            <a:lstStyle/>
            <a:p>
              <a:r>
                <a:rPr lang="en-US" sz="1350" dirty="0"/>
                <a:t>(</a:t>
              </a:r>
            </a:p>
          </p:txBody>
        </p:sp>
      </p:grpSp>
      <p:grpSp>
        <p:nvGrpSpPr>
          <p:cNvPr id="106" name="Group 105">
            <a:extLst>
              <a:ext uri="{FF2B5EF4-FFF2-40B4-BE49-F238E27FC236}">
                <a16:creationId xmlns:a16="http://schemas.microsoft.com/office/drawing/2014/main" id="{C0114C70-DBCD-4BFC-9D6F-18729D035296}"/>
              </a:ext>
            </a:extLst>
          </p:cNvPr>
          <p:cNvGrpSpPr/>
          <p:nvPr/>
        </p:nvGrpSpPr>
        <p:grpSpPr>
          <a:xfrm>
            <a:off x="1426455" y="3042087"/>
            <a:ext cx="949627" cy="696125"/>
            <a:chOff x="6310802" y="2999703"/>
            <a:chExt cx="1266169" cy="928166"/>
          </a:xfrm>
        </p:grpSpPr>
        <p:sp>
          <p:nvSpPr>
            <p:cNvPr id="69" name="Oval 68">
              <a:extLst>
                <a:ext uri="{FF2B5EF4-FFF2-40B4-BE49-F238E27FC236}">
                  <a16:creationId xmlns:a16="http://schemas.microsoft.com/office/drawing/2014/main" id="{F42E7EE3-DDFA-4C3C-91A0-BDD0FDEE93AF}"/>
                </a:ext>
              </a:extLst>
            </p:cNvPr>
            <p:cNvSpPr/>
            <p:nvPr/>
          </p:nvSpPr>
          <p:spPr>
            <a:xfrm>
              <a:off x="7080215" y="3436308"/>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3</a:t>
              </a:r>
            </a:p>
          </p:txBody>
        </p:sp>
        <p:cxnSp>
          <p:nvCxnSpPr>
            <p:cNvPr id="90" name="Straight Arrow Connector 89">
              <a:extLst>
                <a:ext uri="{FF2B5EF4-FFF2-40B4-BE49-F238E27FC236}">
                  <a16:creationId xmlns:a16="http://schemas.microsoft.com/office/drawing/2014/main" id="{B30AF1E0-8DAB-4131-A48B-461C619B4616}"/>
                </a:ext>
              </a:extLst>
            </p:cNvPr>
            <p:cNvCxnSpPr>
              <a:cxnSpLocks/>
              <a:stCxn id="9" idx="6"/>
            </p:cNvCxnSpPr>
            <p:nvPr/>
          </p:nvCxnSpPr>
          <p:spPr>
            <a:xfrm>
              <a:off x="6310802" y="3171401"/>
              <a:ext cx="744422" cy="3811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141D681D-552C-4066-96BE-23EFDBB1AD14}"/>
                </a:ext>
              </a:extLst>
            </p:cNvPr>
            <p:cNvSpPr txBox="1"/>
            <p:nvPr/>
          </p:nvSpPr>
          <p:spPr>
            <a:xfrm>
              <a:off x="6623821" y="2999703"/>
              <a:ext cx="301752" cy="400109"/>
            </a:xfrm>
            <a:prstGeom prst="rect">
              <a:avLst/>
            </a:prstGeom>
            <a:noFill/>
          </p:spPr>
          <p:txBody>
            <a:bodyPr wrap="square" rtlCol="0">
              <a:spAutoFit/>
            </a:bodyPr>
            <a:lstStyle/>
            <a:p>
              <a:r>
                <a:rPr lang="en-US" sz="1350" dirty="0"/>
                <a:t>F</a:t>
              </a:r>
            </a:p>
          </p:txBody>
        </p:sp>
      </p:grpSp>
      <p:grpSp>
        <p:nvGrpSpPr>
          <p:cNvPr id="105" name="Group 104">
            <a:extLst>
              <a:ext uri="{FF2B5EF4-FFF2-40B4-BE49-F238E27FC236}">
                <a16:creationId xmlns:a16="http://schemas.microsoft.com/office/drawing/2014/main" id="{0171E1D4-5433-4E8F-8742-B4A7EE2E8630}"/>
              </a:ext>
            </a:extLst>
          </p:cNvPr>
          <p:cNvGrpSpPr/>
          <p:nvPr/>
        </p:nvGrpSpPr>
        <p:grpSpPr>
          <a:xfrm>
            <a:off x="1371894" y="2226013"/>
            <a:ext cx="1004188" cy="814502"/>
            <a:chOff x="6238054" y="1911604"/>
            <a:chExt cx="1338917" cy="1086003"/>
          </a:xfrm>
        </p:grpSpPr>
        <p:sp>
          <p:nvSpPr>
            <p:cNvPr id="67" name="Oval 66">
              <a:extLst>
                <a:ext uri="{FF2B5EF4-FFF2-40B4-BE49-F238E27FC236}">
                  <a16:creationId xmlns:a16="http://schemas.microsoft.com/office/drawing/2014/main" id="{AC4A7467-3E46-4147-B8E8-FC40E761A41E}"/>
                </a:ext>
              </a:extLst>
            </p:cNvPr>
            <p:cNvSpPr/>
            <p:nvPr/>
          </p:nvSpPr>
          <p:spPr>
            <a:xfrm>
              <a:off x="7080215" y="1911604"/>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2</a:t>
              </a:r>
            </a:p>
          </p:txBody>
        </p:sp>
        <p:cxnSp>
          <p:nvCxnSpPr>
            <p:cNvPr id="87" name="Straight Arrow Connector 86">
              <a:extLst>
                <a:ext uri="{FF2B5EF4-FFF2-40B4-BE49-F238E27FC236}">
                  <a16:creationId xmlns:a16="http://schemas.microsoft.com/office/drawing/2014/main" id="{CB0E204A-C563-4720-A945-7C5B235D09A8}"/>
                </a:ext>
              </a:extLst>
            </p:cNvPr>
            <p:cNvCxnSpPr>
              <a:cxnSpLocks/>
              <a:stCxn id="9" idx="7"/>
              <a:endCxn id="67" idx="2"/>
            </p:cNvCxnSpPr>
            <p:nvPr/>
          </p:nvCxnSpPr>
          <p:spPr>
            <a:xfrm flipV="1">
              <a:off x="6238054" y="2157385"/>
              <a:ext cx="842161" cy="840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CD972D79-7319-4016-B58A-9D017046D72B}"/>
                </a:ext>
              </a:extLst>
            </p:cNvPr>
            <p:cNvSpPr txBox="1"/>
            <p:nvPr/>
          </p:nvSpPr>
          <p:spPr>
            <a:xfrm>
              <a:off x="6480341" y="2250985"/>
              <a:ext cx="301752" cy="400109"/>
            </a:xfrm>
            <a:prstGeom prst="rect">
              <a:avLst/>
            </a:prstGeom>
            <a:noFill/>
          </p:spPr>
          <p:txBody>
            <a:bodyPr wrap="square" rtlCol="0">
              <a:spAutoFit/>
            </a:bodyPr>
            <a:lstStyle/>
            <a:p>
              <a:r>
                <a:rPr lang="en-US" sz="1350" dirty="0"/>
                <a:t>T</a:t>
              </a:r>
            </a:p>
          </p:txBody>
        </p:sp>
      </p:grpSp>
      <p:grpSp>
        <p:nvGrpSpPr>
          <p:cNvPr id="104" name="Group 103">
            <a:extLst>
              <a:ext uri="{FF2B5EF4-FFF2-40B4-BE49-F238E27FC236}">
                <a16:creationId xmlns:a16="http://schemas.microsoft.com/office/drawing/2014/main" id="{3365015A-72E7-4C4F-B022-1D401348EC30}"/>
              </a:ext>
            </a:extLst>
          </p:cNvPr>
          <p:cNvGrpSpPr/>
          <p:nvPr/>
        </p:nvGrpSpPr>
        <p:grpSpPr>
          <a:xfrm>
            <a:off x="1240172" y="958988"/>
            <a:ext cx="1117167" cy="2027537"/>
            <a:chOff x="6062424" y="222237"/>
            <a:chExt cx="1489556" cy="2703383"/>
          </a:xfrm>
        </p:grpSpPr>
        <p:sp>
          <p:nvSpPr>
            <p:cNvPr id="68" name="Oval 67">
              <a:extLst>
                <a:ext uri="{FF2B5EF4-FFF2-40B4-BE49-F238E27FC236}">
                  <a16:creationId xmlns:a16="http://schemas.microsoft.com/office/drawing/2014/main" id="{F2477E82-9363-48CC-8312-5A2CE3B9FF58}"/>
                </a:ext>
              </a:extLst>
            </p:cNvPr>
            <p:cNvSpPr/>
            <p:nvPr/>
          </p:nvSpPr>
          <p:spPr>
            <a:xfrm>
              <a:off x="7055224" y="222237"/>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1</a:t>
              </a:r>
            </a:p>
          </p:txBody>
        </p:sp>
        <p:cxnSp>
          <p:nvCxnSpPr>
            <p:cNvPr id="83" name="Straight Arrow Connector 82">
              <a:extLst>
                <a:ext uri="{FF2B5EF4-FFF2-40B4-BE49-F238E27FC236}">
                  <a16:creationId xmlns:a16="http://schemas.microsoft.com/office/drawing/2014/main" id="{F08FB27B-FC08-4077-9EBC-70696C87EE6F}"/>
                </a:ext>
              </a:extLst>
            </p:cNvPr>
            <p:cNvCxnSpPr>
              <a:cxnSpLocks/>
              <a:stCxn id="9" idx="0"/>
              <a:endCxn id="68" idx="3"/>
            </p:cNvCxnSpPr>
            <p:nvPr/>
          </p:nvCxnSpPr>
          <p:spPr>
            <a:xfrm flipV="1">
              <a:off x="6062424" y="641811"/>
              <a:ext cx="1065548" cy="22838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TextBox 102">
              <a:extLst>
                <a:ext uri="{FF2B5EF4-FFF2-40B4-BE49-F238E27FC236}">
                  <a16:creationId xmlns:a16="http://schemas.microsoft.com/office/drawing/2014/main" id="{05F4D563-4A13-4060-B272-D347CE72E9A9}"/>
                </a:ext>
              </a:extLst>
            </p:cNvPr>
            <p:cNvSpPr txBox="1"/>
            <p:nvPr/>
          </p:nvSpPr>
          <p:spPr>
            <a:xfrm>
              <a:off x="6423280" y="1376329"/>
              <a:ext cx="301752" cy="400109"/>
            </a:xfrm>
            <a:prstGeom prst="rect">
              <a:avLst/>
            </a:prstGeom>
            <a:noFill/>
          </p:spPr>
          <p:txBody>
            <a:bodyPr wrap="square" rtlCol="0">
              <a:spAutoFit/>
            </a:bodyPr>
            <a:lstStyle/>
            <a:p>
              <a:r>
                <a:rPr lang="en-US" sz="1350" dirty="0"/>
                <a:t>E</a:t>
              </a:r>
            </a:p>
          </p:txBody>
        </p:sp>
      </p:grpSp>
      <p:grpSp>
        <p:nvGrpSpPr>
          <p:cNvPr id="118" name="Group 117">
            <a:extLst>
              <a:ext uri="{FF2B5EF4-FFF2-40B4-BE49-F238E27FC236}">
                <a16:creationId xmlns:a16="http://schemas.microsoft.com/office/drawing/2014/main" id="{20CA5E36-A65C-4ADB-B7B6-F334B1ABB17C}"/>
              </a:ext>
            </a:extLst>
          </p:cNvPr>
          <p:cNvGrpSpPr/>
          <p:nvPr/>
        </p:nvGrpSpPr>
        <p:grpSpPr>
          <a:xfrm>
            <a:off x="2357339" y="935299"/>
            <a:ext cx="1117167" cy="396359"/>
            <a:chOff x="7551980" y="190652"/>
            <a:chExt cx="1489556" cy="528478"/>
          </a:xfrm>
        </p:grpSpPr>
        <p:sp>
          <p:nvSpPr>
            <p:cNvPr id="109" name="Oval 108">
              <a:extLst>
                <a:ext uri="{FF2B5EF4-FFF2-40B4-BE49-F238E27FC236}">
                  <a16:creationId xmlns:a16="http://schemas.microsoft.com/office/drawing/2014/main" id="{026F06F9-98C0-4452-A0D3-BC300E0C5D06}"/>
                </a:ext>
              </a:extLst>
            </p:cNvPr>
            <p:cNvSpPr/>
            <p:nvPr/>
          </p:nvSpPr>
          <p:spPr>
            <a:xfrm>
              <a:off x="8544780" y="227569"/>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6</a:t>
              </a:r>
            </a:p>
          </p:txBody>
        </p:sp>
        <p:cxnSp>
          <p:nvCxnSpPr>
            <p:cNvPr id="110" name="Straight Arrow Connector 109">
              <a:extLst>
                <a:ext uri="{FF2B5EF4-FFF2-40B4-BE49-F238E27FC236}">
                  <a16:creationId xmlns:a16="http://schemas.microsoft.com/office/drawing/2014/main" id="{DAAC793F-BCC9-4EEA-85F2-89C5AC14AEE2}"/>
                </a:ext>
              </a:extLst>
            </p:cNvPr>
            <p:cNvCxnSpPr>
              <a:cxnSpLocks/>
              <a:stCxn id="68" idx="6"/>
              <a:endCxn id="109" idx="2"/>
            </p:cNvCxnSpPr>
            <p:nvPr/>
          </p:nvCxnSpPr>
          <p:spPr>
            <a:xfrm>
              <a:off x="7551980" y="468018"/>
              <a:ext cx="992800" cy="5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1" name="TextBox 110">
              <a:extLst>
                <a:ext uri="{FF2B5EF4-FFF2-40B4-BE49-F238E27FC236}">
                  <a16:creationId xmlns:a16="http://schemas.microsoft.com/office/drawing/2014/main" id="{E50077D7-362D-47BC-935E-D31283862E2D}"/>
                </a:ext>
              </a:extLst>
            </p:cNvPr>
            <p:cNvSpPr txBox="1"/>
            <p:nvPr/>
          </p:nvSpPr>
          <p:spPr>
            <a:xfrm>
              <a:off x="7936803" y="190652"/>
              <a:ext cx="301752" cy="400109"/>
            </a:xfrm>
            <a:prstGeom prst="rect">
              <a:avLst/>
            </a:prstGeom>
            <a:noFill/>
          </p:spPr>
          <p:txBody>
            <a:bodyPr wrap="square" rtlCol="0">
              <a:spAutoFit/>
            </a:bodyPr>
            <a:lstStyle/>
            <a:p>
              <a:r>
                <a:rPr lang="en-US" sz="1350" dirty="0"/>
                <a:t>+</a:t>
              </a:r>
            </a:p>
          </p:txBody>
        </p:sp>
      </p:grpSp>
      <p:sp>
        <p:nvSpPr>
          <p:cNvPr id="115" name="Oval 114">
            <a:extLst>
              <a:ext uri="{FF2B5EF4-FFF2-40B4-BE49-F238E27FC236}">
                <a16:creationId xmlns:a16="http://schemas.microsoft.com/office/drawing/2014/main" id="{43D22393-EF08-47B4-B91A-82612C6F7144}"/>
              </a:ext>
            </a:extLst>
          </p:cNvPr>
          <p:cNvSpPr/>
          <p:nvPr/>
        </p:nvSpPr>
        <p:spPr>
          <a:xfrm>
            <a:off x="3115968" y="2201506"/>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7</a:t>
            </a:r>
          </a:p>
        </p:txBody>
      </p:sp>
      <p:cxnSp>
        <p:nvCxnSpPr>
          <p:cNvPr id="116" name="Straight Arrow Connector 115">
            <a:extLst>
              <a:ext uri="{FF2B5EF4-FFF2-40B4-BE49-F238E27FC236}">
                <a16:creationId xmlns:a16="http://schemas.microsoft.com/office/drawing/2014/main" id="{718BF1CA-075B-4E82-93C0-509BBC91BE0E}"/>
              </a:ext>
            </a:extLst>
          </p:cNvPr>
          <p:cNvCxnSpPr>
            <a:cxnSpLocks/>
            <a:endCxn id="115" idx="2"/>
          </p:cNvCxnSpPr>
          <p:nvPr/>
        </p:nvCxnSpPr>
        <p:spPr>
          <a:xfrm>
            <a:off x="2371368" y="2381843"/>
            <a:ext cx="744600" cy="39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054F4A1F-F8C5-47FE-9250-F22EBAECD343}"/>
              </a:ext>
            </a:extLst>
          </p:cNvPr>
          <p:cNvSpPr txBox="1"/>
          <p:nvPr/>
        </p:nvSpPr>
        <p:spPr>
          <a:xfrm>
            <a:off x="2659985" y="2173818"/>
            <a:ext cx="226314" cy="300082"/>
          </a:xfrm>
          <a:prstGeom prst="rect">
            <a:avLst/>
          </a:prstGeom>
          <a:noFill/>
        </p:spPr>
        <p:txBody>
          <a:bodyPr wrap="square" rtlCol="0">
            <a:spAutoFit/>
          </a:bodyPr>
          <a:lstStyle/>
          <a:p>
            <a:r>
              <a:rPr lang="en-US" sz="1350" dirty="0"/>
              <a:t>*</a:t>
            </a:r>
          </a:p>
        </p:txBody>
      </p:sp>
      <p:sp>
        <p:nvSpPr>
          <p:cNvPr id="119" name="Oval 118">
            <a:extLst>
              <a:ext uri="{FF2B5EF4-FFF2-40B4-BE49-F238E27FC236}">
                <a16:creationId xmlns:a16="http://schemas.microsoft.com/office/drawing/2014/main" id="{A98CE731-10F4-42E4-BB0F-28C9292D607F}"/>
              </a:ext>
            </a:extLst>
          </p:cNvPr>
          <p:cNvSpPr/>
          <p:nvPr/>
        </p:nvSpPr>
        <p:spPr>
          <a:xfrm>
            <a:off x="4007765" y="3663236"/>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8</a:t>
            </a:r>
          </a:p>
        </p:txBody>
      </p:sp>
      <p:cxnSp>
        <p:nvCxnSpPr>
          <p:cNvPr id="120" name="Straight Arrow Connector 119">
            <a:extLst>
              <a:ext uri="{FF2B5EF4-FFF2-40B4-BE49-F238E27FC236}">
                <a16:creationId xmlns:a16="http://schemas.microsoft.com/office/drawing/2014/main" id="{29C8A415-D1D3-4C02-ADC4-9C7F1970F457}"/>
              </a:ext>
            </a:extLst>
          </p:cNvPr>
          <p:cNvCxnSpPr>
            <a:cxnSpLocks/>
            <a:stCxn id="70" idx="7"/>
            <a:endCxn id="119" idx="2"/>
          </p:cNvCxnSpPr>
          <p:nvPr/>
        </p:nvCxnSpPr>
        <p:spPr>
          <a:xfrm flipV="1">
            <a:off x="2359016" y="3847571"/>
            <a:ext cx="1648749" cy="6885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1" name="TextBox 120">
            <a:extLst>
              <a:ext uri="{FF2B5EF4-FFF2-40B4-BE49-F238E27FC236}">
                <a16:creationId xmlns:a16="http://schemas.microsoft.com/office/drawing/2014/main" id="{AFFEF8C5-3AB7-488E-9E3C-EE8D6A5AE84B}"/>
              </a:ext>
            </a:extLst>
          </p:cNvPr>
          <p:cNvSpPr txBox="1"/>
          <p:nvPr/>
        </p:nvSpPr>
        <p:spPr>
          <a:xfrm>
            <a:off x="2702194" y="4106998"/>
            <a:ext cx="226314" cy="300082"/>
          </a:xfrm>
          <a:prstGeom prst="rect">
            <a:avLst/>
          </a:prstGeom>
          <a:noFill/>
        </p:spPr>
        <p:txBody>
          <a:bodyPr wrap="square" rtlCol="0">
            <a:spAutoFit/>
          </a:bodyPr>
          <a:lstStyle/>
          <a:p>
            <a:r>
              <a:rPr lang="en-US" sz="1350" dirty="0"/>
              <a:t>E</a:t>
            </a:r>
          </a:p>
        </p:txBody>
      </p:sp>
      <p:sp>
        <p:nvSpPr>
          <p:cNvPr id="2" name="Slide Number Placeholder 1"/>
          <p:cNvSpPr>
            <a:spLocks noGrp="1"/>
          </p:cNvSpPr>
          <p:nvPr>
            <p:ph type="sldNum" sz="quarter" idx="12"/>
          </p:nvPr>
        </p:nvSpPr>
        <p:spPr>
          <a:xfrm>
            <a:off x="8702237" y="5464082"/>
            <a:ext cx="274320" cy="274320"/>
          </a:xfrm>
        </p:spPr>
        <p:txBody>
          <a:bodyPr/>
          <a:lstStyle/>
          <a:p>
            <a:fld id="{B8B52F9D-109B-4FE1-A15C-71D504CF7A83}" type="slidenum">
              <a:rPr lang="en-US" smtClean="0"/>
              <a:t>19</a:t>
            </a:fld>
            <a:endParaRPr lang="en-US"/>
          </a:p>
        </p:txBody>
      </p:sp>
      <p:sp>
        <p:nvSpPr>
          <p:cNvPr id="64" name="Oval 63">
            <a:extLst>
              <a:ext uri="{FF2B5EF4-FFF2-40B4-BE49-F238E27FC236}">
                <a16:creationId xmlns:a16="http://schemas.microsoft.com/office/drawing/2014/main" id="{A98CE731-10F4-42E4-BB0F-28C9292D607F}"/>
              </a:ext>
            </a:extLst>
          </p:cNvPr>
          <p:cNvSpPr/>
          <p:nvPr/>
        </p:nvSpPr>
        <p:spPr>
          <a:xfrm>
            <a:off x="4007765" y="4184892"/>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2</a:t>
            </a:r>
          </a:p>
        </p:txBody>
      </p:sp>
      <p:cxnSp>
        <p:nvCxnSpPr>
          <p:cNvPr id="65" name="Straight Arrow Connector 64">
            <a:extLst>
              <a:ext uri="{FF2B5EF4-FFF2-40B4-BE49-F238E27FC236}">
                <a16:creationId xmlns:a16="http://schemas.microsoft.com/office/drawing/2014/main" id="{29C8A415-D1D3-4C02-ADC4-9C7F1970F457}"/>
              </a:ext>
            </a:extLst>
          </p:cNvPr>
          <p:cNvCxnSpPr>
            <a:cxnSpLocks/>
            <a:endCxn id="64" idx="2"/>
          </p:cNvCxnSpPr>
          <p:nvPr/>
        </p:nvCxnSpPr>
        <p:spPr>
          <a:xfrm flipV="1">
            <a:off x="2436938" y="4369227"/>
            <a:ext cx="1570827" cy="2972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AFFEF8C5-3AB7-488E-9E3C-EE8D6A5AE84B}"/>
              </a:ext>
            </a:extLst>
          </p:cNvPr>
          <p:cNvSpPr txBox="1"/>
          <p:nvPr/>
        </p:nvSpPr>
        <p:spPr>
          <a:xfrm>
            <a:off x="2921201" y="4333044"/>
            <a:ext cx="226314" cy="300082"/>
          </a:xfrm>
          <a:prstGeom prst="rect">
            <a:avLst/>
          </a:prstGeom>
          <a:noFill/>
        </p:spPr>
        <p:txBody>
          <a:bodyPr wrap="square" rtlCol="0">
            <a:spAutoFit/>
          </a:bodyPr>
          <a:lstStyle/>
          <a:p>
            <a:r>
              <a:rPr lang="en-US" sz="1350" dirty="0"/>
              <a:t>T</a:t>
            </a:r>
          </a:p>
        </p:txBody>
      </p:sp>
      <p:cxnSp>
        <p:nvCxnSpPr>
          <p:cNvPr id="72" name="Straight Arrow Connector 71">
            <a:extLst>
              <a:ext uri="{FF2B5EF4-FFF2-40B4-BE49-F238E27FC236}">
                <a16:creationId xmlns:a16="http://schemas.microsoft.com/office/drawing/2014/main" id="{29C8A415-D1D3-4C02-ADC4-9C7F1970F457}"/>
              </a:ext>
            </a:extLst>
          </p:cNvPr>
          <p:cNvCxnSpPr>
            <a:cxnSpLocks/>
          </p:cNvCxnSpPr>
          <p:nvPr/>
        </p:nvCxnSpPr>
        <p:spPr>
          <a:xfrm>
            <a:off x="2436938" y="4666451"/>
            <a:ext cx="1685127" cy="184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Oval 72">
            <a:extLst>
              <a:ext uri="{FF2B5EF4-FFF2-40B4-BE49-F238E27FC236}">
                <a16:creationId xmlns:a16="http://schemas.microsoft.com/office/drawing/2014/main" id="{A98CE731-10F4-42E4-BB0F-28C9292D607F}"/>
              </a:ext>
            </a:extLst>
          </p:cNvPr>
          <p:cNvSpPr/>
          <p:nvPr/>
        </p:nvSpPr>
        <p:spPr>
          <a:xfrm>
            <a:off x="4122065" y="4678304"/>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3</a:t>
            </a:r>
          </a:p>
        </p:txBody>
      </p:sp>
      <p:sp>
        <p:nvSpPr>
          <p:cNvPr id="74" name="TextBox 73">
            <a:extLst>
              <a:ext uri="{FF2B5EF4-FFF2-40B4-BE49-F238E27FC236}">
                <a16:creationId xmlns:a16="http://schemas.microsoft.com/office/drawing/2014/main" id="{AFFEF8C5-3AB7-488E-9E3C-EE8D6A5AE84B}"/>
              </a:ext>
            </a:extLst>
          </p:cNvPr>
          <p:cNvSpPr txBox="1"/>
          <p:nvPr/>
        </p:nvSpPr>
        <p:spPr>
          <a:xfrm>
            <a:off x="3123574" y="4507906"/>
            <a:ext cx="226314" cy="300082"/>
          </a:xfrm>
          <a:prstGeom prst="rect">
            <a:avLst/>
          </a:prstGeom>
          <a:noFill/>
        </p:spPr>
        <p:txBody>
          <a:bodyPr wrap="square" rtlCol="0">
            <a:spAutoFit/>
          </a:bodyPr>
          <a:lstStyle/>
          <a:p>
            <a:r>
              <a:rPr lang="en-US" sz="1350" dirty="0"/>
              <a:t>F</a:t>
            </a:r>
          </a:p>
        </p:txBody>
      </p:sp>
      <p:cxnSp>
        <p:nvCxnSpPr>
          <p:cNvPr id="75" name="Straight Arrow Connector 74">
            <a:extLst>
              <a:ext uri="{FF2B5EF4-FFF2-40B4-BE49-F238E27FC236}">
                <a16:creationId xmlns:a16="http://schemas.microsoft.com/office/drawing/2014/main" id="{29C8A415-D1D3-4C02-ADC4-9C7F1970F457}"/>
              </a:ext>
            </a:extLst>
          </p:cNvPr>
          <p:cNvCxnSpPr>
            <a:cxnSpLocks/>
          </p:cNvCxnSpPr>
          <p:nvPr/>
        </p:nvCxnSpPr>
        <p:spPr>
          <a:xfrm>
            <a:off x="2191794" y="4862639"/>
            <a:ext cx="1044937" cy="727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Oval 75">
            <a:extLst>
              <a:ext uri="{FF2B5EF4-FFF2-40B4-BE49-F238E27FC236}">
                <a16:creationId xmlns:a16="http://schemas.microsoft.com/office/drawing/2014/main" id="{A98CE731-10F4-42E4-BB0F-28C9292D607F}"/>
              </a:ext>
            </a:extLst>
          </p:cNvPr>
          <p:cNvSpPr/>
          <p:nvPr/>
        </p:nvSpPr>
        <p:spPr>
          <a:xfrm>
            <a:off x="3219941" y="5457137"/>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5</a:t>
            </a:r>
          </a:p>
        </p:txBody>
      </p:sp>
      <p:sp>
        <p:nvSpPr>
          <p:cNvPr id="77" name="TextBox 76">
            <a:extLst>
              <a:ext uri="{FF2B5EF4-FFF2-40B4-BE49-F238E27FC236}">
                <a16:creationId xmlns:a16="http://schemas.microsoft.com/office/drawing/2014/main" id="{AFFEF8C5-3AB7-488E-9E3C-EE8D6A5AE84B}"/>
              </a:ext>
            </a:extLst>
          </p:cNvPr>
          <p:cNvSpPr txBox="1"/>
          <p:nvPr/>
        </p:nvSpPr>
        <p:spPr>
          <a:xfrm>
            <a:off x="2857919" y="5114282"/>
            <a:ext cx="313956" cy="507831"/>
          </a:xfrm>
          <a:prstGeom prst="rect">
            <a:avLst/>
          </a:prstGeom>
          <a:noFill/>
        </p:spPr>
        <p:txBody>
          <a:bodyPr wrap="square" rtlCol="0">
            <a:spAutoFit/>
          </a:bodyPr>
          <a:lstStyle/>
          <a:p>
            <a:r>
              <a:rPr lang="en-US" sz="1350" dirty="0"/>
              <a:t>id</a:t>
            </a:r>
          </a:p>
        </p:txBody>
      </p:sp>
      <p:cxnSp>
        <p:nvCxnSpPr>
          <p:cNvPr id="78" name="Straight Arrow Connector 77">
            <a:extLst>
              <a:ext uri="{FF2B5EF4-FFF2-40B4-BE49-F238E27FC236}">
                <a16:creationId xmlns:a16="http://schemas.microsoft.com/office/drawing/2014/main" id="{29C8A415-D1D3-4C02-ADC4-9C7F1970F457}"/>
              </a:ext>
            </a:extLst>
          </p:cNvPr>
          <p:cNvCxnSpPr>
            <a:cxnSpLocks/>
            <a:stCxn id="70" idx="5"/>
          </p:cNvCxnSpPr>
          <p:nvPr/>
        </p:nvCxnSpPr>
        <p:spPr>
          <a:xfrm>
            <a:off x="2359016" y="4796796"/>
            <a:ext cx="1763049" cy="573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9" name="Oval 78">
            <a:extLst>
              <a:ext uri="{FF2B5EF4-FFF2-40B4-BE49-F238E27FC236}">
                <a16:creationId xmlns:a16="http://schemas.microsoft.com/office/drawing/2014/main" id="{A98CE731-10F4-42E4-BB0F-28C9292D607F}"/>
              </a:ext>
            </a:extLst>
          </p:cNvPr>
          <p:cNvSpPr/>
          <p:nvPr/>
        </p:nvSpPr>
        <p:spPr>
          <a:xfrm>
            <a:off x="4122065" y="5198019"/>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4</a:t>
            </a:r>
          </a:p>
        </p:txBody>
      </p:sp>
      <p:sp>
        <p:nvSpPr>
          <p:cNvPr id="80" name="TextBox 79">
            <a:extLst>
              <a:ext uri="{FF2B5EF4-FFF2-40B4-BE49-F238E27FC236}">
                <a16:creationId xmlns:a16="http://schemas.microsoft.com/office/drawing/2014/main" id="{AFFEF8C5-3AB7-488E-9E3C-EE8D6A5AE84B}"/>
              </a:ext>
            </a:extLst>
          </p:cNvPr>
          <p:cNvSpPr txBox="1"/>
          <p:nvPr/>
        </p:nvSpPr>
        <p:spPr>
          <a:xfrm>
            <a:off x="3123574" y="4853608"/>
            <a:ext cx="226314" cy="300082"/>
          </a:xfrm>
          <a:prstGeom prst="rect">
            <a:avLst/>
          </a:prstGeom>
          <a:noFill/>
        </p:spPr>
        <p:txBody>
          <a:bodyPr wrap="square" rtlCol="0">
            <a:spAutoFit/>
          </a:bodyPr>
          <a:lstStyle/>
          <a:p>
            <a:r>
              <a:rPr lang="en-US" sz="1350" dirty="0"/>
              <a:t>(</a:t>
            </a:r>
          </a:p>
        </p:txBody>
      </p:sp>
      <p:grpSp>
        <p:nvGrpSpPr>
          <p:cNvPr id="84" name="Group 83">
            <a:extLst>
              <a:ext uri="{FF2B5EF4-FFF2-40B4-BE49-F238E27FC236}">
                <a16:creationId xmlns:a16="http://schemas.microsoft.com/office/drawing/2014/main" id="{20CA5E36-A65C-4ADB-B7B6-F334B1ABB17C}"/>
              </a:ext>
            </a:extLst>
          </p:cNvPr>
          <p:cNvGrpSpPr/>
          <p:nvPr/>
        </p:nvGrpSpPr>
        <p:grpSpPr>
          <a:xfrm>
            <a:off x="3474767" y="916531"/>
            <a:ext cx="1117167" cy="396359"/>
            <a:chOff x="7551980" y="190652"/>
            <a:chExt cx="1489556" cy="528478"/>
          </a:xfrm>
        </p:grpSpPr>
        <p:sp>
          <p:nvSpPr>
            <p:cNvPr id="85" name="Oval 84">
              <a:extLst>
                <a:ext uri="{FF2B5EF4-FFF2-40B4-BE49-F238E27FC236}">
                  <a16:creationId xmlns:a16="http://schemas.microsoft.com/office/drawing/2014/main" id="{026F06F9-98C0-4452-A0D3-BC300E0C5D06}"/>
                </a:ext>
              </a:extLst>
            </p:cNvPr>
            <p:cNvSpPr/>
            <p:nvPr/>
          </p:nvSpPr>
          <p:spPr>
            <a:xfrm>
              <a:off x="8544780" y="227569"/>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9</a:t>
              </a:r>
            </a:p>
          </p:txBody>
        </p:sp>
        <p:cxnSp>
          <p:nvCxnSpPr>
            <p:cNvPr id="86" name="Straight Arrow Connector 85">
              <a:extLst>
                <a:ext uri="{FF2B5EF4-FFF2-40B4-BE49-F238E27FC236}">
                  <a16:creationId xmlns:a16="http://schemas.microsoft.com/office/drawing/2014/main" id="{DAAC793F-BCC9-4EEA-85F2-89C5AC14AEE2}"/>
                </a:ext>
              </a:extLst>
            </p:cNvPr>
            <p:cNvCxnSpPr>
              <a:cxnSpLocks/>
              <a:endCxn id="85" idx="2"/>
            </p:cNvCxnSpPr>
            <p:nvPr/>
          </p:nvCxnSpPr>
          <p:spPr>
            <a:xfrm>
              <a:off x="7551980" y="468018"/>
              <a:ext cx="992800" cy="5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8" name="TextBox 87">
              <a:extLst>
                <a:ext uri="{FF2B5EF4-FFF2-40B4-BE49-F238E27FC236}">
                  <a16:creationId xmlns:a16="http://schemas.microsoft.com/office/drawing/2014/main" id="{E50077D7-362D-47BC-935E-D31283862E2D}"/>
                </a:ext>
              </a:extLst>
            </p:cNvPr>
            <p:cNvSpPr txBox="1"/>
            <p:nvPr/>
          </p:nvSpPr>
          <p:spPr>
            <a:xfrm>
              <a:off x="7936803" y="190652"/>
              <a:ext cx="301752" cy="400109"/>
            </a:xfrm>
            <a:prstGeom prst="rect">
              <a:avLst/>
            </a:prstGeom>
            <a:noFill/>
          </p:spPr>
          <p:txBody>
            <a:bodyPr wrap="square" rtlCol="0">
              <a:spAutoFit/>
            </a:bodyPr>
            <a:lstStyle/>
            <a:p>
              <a:r>
                <a:rPr lang="en-US" sz="1350" dirty="0"/>
                <a:t>T</a:t>
              </a:r>
            </a:p>
          </p:txBody>
        </p:sp>
      </p:grpSp>
      <p:sp>
        <p:nvSpPr>
          <p:cNvPr id="91" name="Oval 90">
            <a:extLst>
              <a:ext uri="{FF2B5EF4-FFF2-40B4-BE49-F238E27FC236}">
                <a16:creationId xmlns:a16="http://schemas.microsoft.com/office/drawing/2014/main" id="{026F06F9-98C0-4452-A0D3-BC300E0C5D06}"/>
              </a:ext>
            </a:extLst>
          </p:cNvPr>
          <p:cNvSpPr/>
          <p:nvPr/>
        </p:nvSpPr>
        <p:spPr>
          <a:xfrm rot="581392">
            <a:off x="4286193" y="1428660"/>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3</a:t>
            </a:r>
          </a:p>
        </p:txBody>
      </p:sp>
      <p:cxnSp>
        <p:nvCxnSpPr>
          <p:cNvPr id="92" name="Straight Arrow Connector 91">
            <a:extLst>
              <a:ext uri="{FF2B5EF4-FFF2-40B4-BE49-F238E27FC236}">
                <a16:creationId xmlns:a16="http://schemas.microsoft.com/office/drawing/2014/main" id="{DAAC793F-BCC9-4EEA-85F2-89C5AC14AEE2}"/>
              </a:ext>
            </a:extLst>
          </p:cNvPr>
          <p:cNvCxnSpPr>
            <a:cxnSpLocks/>
            <a:endCxn id="91" idx="2"/>
          </p:cNvCxnSpPr>
          <p:nvPr/>
        </p:nvCxnSpPr>
        <p:spPr>
          <a:xfrm>
            <a:off x="3465491" y="1217878"/>
            <a:ext cx="823360" cy="3637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4" name="TextBox 93">
            <a:extLst>
              <a:ext uri="{FF2B5EF4-FFF2-40B4-BE49-F238E27FC236}">
                <a16:creationId xmlns:a16="http://schemas.microsoft.com/office/drawing/2014/main" id="{E50077D7-362D-47BC-935E-D31283862E2D}"/>
              </a:ext>
            </a:extLst>
          </p:cNvPr>
          <p:cNvSpPr txBox="1"/>
          <p:nvPr/>
        </p:nvSpPr>
        <p:spPr>
          <a:xfrm rot="1576174">
            <a:off x="3753620" y="1162842"/>
            <a:ext cx="226314" cy="300082"/>
          </a:xfrm>
          <a:prstGeom prst="rect">
            <a:avLst/>
          </a:prstGeom>
          <a:noFill/>
        </p:spPr>
        <p:txBody>
          <a:bodyPr wrap="square" rtlCol="0">
            <a:spAutoFit/>
          </a:bodyPr>
          <a:lstStyle/>
          <a:p>
            <a:r>
              <a:rPr lang="en-US" sz="1350" dirty="0"/>
              <a:t>F</a:t>
            </a:r>
          </a:p>
        </p:txBody>
      </p:sp>
      <p:cxnSp>
        <p:nvCxnSpPr>
          <p:cNvPr id="96" name="Straight Arrow Connector 95">
            <a:extLst>
              <a:ext uri="{FF2B5EF4-FFF2-40B4-BE49-F238E27FC236}">
                <a16:creationId xmlns:a16="http://schemas.microsoft.com/office/drawing/2014/main" id="{DAAC793F-BCC9-4EEA-85F2-89C5AC14AEE2}"/>
              </a:ext>
            </a:extLst>
          </p:cNvPr>
          <p:cNvCxnSpPr>
            <a:cxnSpLocks/>
          </p:cNvCxnSpPr>
          <p:nvPr/>
        </p:nvCxnSpPr>
        <p:spPr>
          <a:xfrm>
            <a:off x="3406224" y="1273668"/>
            <a:ext cx="813143" cy="706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DAAC793F-BCC9-4EEA-85F2-89C5AC14AEE2}"/>
              </a:ext>
            </a:extLst>
          </p:cNvPr>
          <p:cNvCxnSpPr>
            <a:cxnSpLocks/>
          </p:cNvCxnSpPr>
          <p:nvPr/>
        </p:nvCxnSpPr>
        <p:spPr>
          <a:xfrm>
            <a:off x="3302251" y="1331658"/>
            <a:ext cx="461132" cy="648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Oval 111">
            <a:extLst>
              <a:ext uri="{FF2B5EF4-FFF2-40B4-BE49-F238E27FC236}">
                <a16:creationId xmlns:a16="http://schemas.microsoft.com/office/drawing/2014/main" id="{026F06F9-98C0-4452-A0D3-BC300E0C5D06}"/>
              </a:ext>
            </a:extLst>
          </p:cNvPr>
          <p:cNvSpPr/>
          <p:nvPr/>
        </p:nvSpPr>
        <p:spPr>
          <a:xfrm rot="782914">
            <a:off x="4236716" y="1870651"/>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4</a:t>
            </a:r>
          </a:p>
        </p:txBody>
      </p:sp>
      <p:sp>
        <p:nvSpPr>
          <p:cNvPr id="113" name="Oval 112">
            <a:extLst>
              <a:ext uri="{FF2B5EF4-FFF2-40B4-BE49-F238E27FC236}">
                <a16:creationId xmlns:a16="http://schemas.microsoft.com/office/drawing/2014/main" id="{026F06F9-98C0-4452-A0D3-BC300E0C5D06}"/>
              </a:ext>
            </a:extLst>
          </p:cNvPr>
          <p:cNvSpPr/>
          <p:nvPr/>
        </p:nvSpPr>
        <p:spPr>
          <a:xfrm rot="782914">
            <a:off x="3706148" y="1923535"/>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5</a:t>
            </a:r>
          </a:p>
        </p:txBody>
      </p:sp>
      <p:sp>
        <p:nvSpPr>
          <p:cNvPr id="114" name="TextBox 113">
            <a:extLst>
              <a:ext uri="{FF2B5EF4-FFF2-40B4-BE49-F238E27FC236}">
                <a16:creationId xmlns:a16="http://schemas.microsoft.com/office/drawing/2014/main" id="{E50077D7-362D-47BC-935E-D31283862E2D}"/>
              </a:ext>
            </a:extLst>
          </p:cNvPr>
          <p:cNvSpPr txBox="1"/>
          <p:nvPr/>
        </p:nvSpPr>
        <p:spPr>
          <a:xfrm rot="1576174">
            <a:off x="3329478" y="1586210"/>
            <a:ext cx="344936" cy="300082"/>
          </a:xfrm>
          <a:prstGeom prst="rect">
            <a:avLst/>
          </a:prstGeom>
          <a:noFill/>
        </p:spPr>
        <p:txBody>
          <a:bodyPr wrap="square" rtlCol="0">
            <a:spAutoFit/>
          </a:bodyPr>
          <a:lstStyle/>
          <a:p>
            <a:r>
              <a:rPr lang="en-US" sz="1350" dirty="0"/>
              <a:t>id</a:t>
            </a:r>
          </a:p>
        </p:txBody>
      </p:sp>
      <p:sp>
        <p:nvSpPr>
          <p:cNvPr id="123" name="TextBox 122">
            <a:extLst>
              <a:ext uri="{FF2B5EF4-FFF2-40B4-BE49-F238E27FC236}">
                <a16:creationId xmlns:a16="http://schemas.microsoft.com/office/drawing/2014/main" id="{E50077D7-362D-47BC-935E-D31283862E2D}"/>
              </a:ext>
            </a:extLst>
          </p:cNvPr>
          <p:cNvSpPr txBox="1"/>
          <p:nvPr/>
        </p:nvSpPr>
        <p:spPr>
          <a:xfrm rot="1576174">
            <a:off x="3910568" y="1478199"/>
            <a:ext cx="226314" cy="300082"/>
          </a:xfrm>
          <a:prstGeom prst="rect">
            <a:avLst/>
          </a:prstGeom>
          <a:noFill/>
        </p:spPr>
        <p:txBody>
          <a:bodyPr wrap="square" rtlCol="0">
            <a:spAutoFit/>
          </a:bodyPr>
          <a:lstStyle/>
          <a:p>
            <a:r>
              <a:rPr lang="en-US" sz="1350" dirty="0"/>
              <a:t>(</a:t>
            </a:r>
          </a:p>
        </p:txBody>
      </p:sp>
      <p:cxnSp>
        <p:nvCxnSpPr>
          <p:cNvPr id="124" name="Straight Arrow Connector 123">
            <a:extLst>
              <a:ext uri="{FF2B5EF4-FFF2-40B4-BE49-F238E27FC236}">
                <a16:creationId xmlns:a16="http://schemas.microsoft.com/office/drawing/2014/main" id="{29C8A415-D1D3-4C02-ADC4-9C7F1970F457}"/>
              </a:ext>
            </a:extLst>
          </p:cNvPr>
          <p:cNvCxnSpPr>
            <a:cxnSpLocks/>
          </p:cNvCxnSpPr>
          <p:nvPr/>
        </p:nvCxnSpPr>
        <p:spPr>
          <a:xfrm>
            <a:off x="3464157" y="2341295"/>
            <a:ext cx="2810402" cy="2510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a:extLst>
              <a:ext uri="{FF2B5EF4-FFF2-40B4-BE49-F238E27FC236}">
                <a16:creationId xmlns:a16="http://schemas.microsoft.com/office/drawing/2014/main" id="{29C8A415-D1D3-4C02-ADC4-9C7F1970F457}"/>
              </a:ext>
            </a:extLst>
          </p:cNvPr>
          <p:cNvCxnSpPr>
            <a:cxnSpLocks/>
          </p:cNvCxnSpPr>
          <p:nvPr/>
        </p:nvCxnSpPr>
        <p:spPr>
          <a:xfrm>
            <a:off x="3464157" y="2455596"/>
            <a:ext cx="2380497" cy="5864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Straight Arrow Connector 125">
            <a:extLst>
              <a:ext uri="{FF2B5EF4-FFF2-40B4-BE49-F238E27FC236}">
                <a16:creationId xmlns:a16="http://schemas.microsoft.com/office/drawing/2014/main" id="{29C8A415-D1D3-4C02-ADC4-9C7F1970F457}"/>
              </a:ext>
            </a:extLst>
          </p:cNvPr>
          <p:cNvCxnSpPr>
            <a:cxnSpLocks/>
          </p:cNvCxnSpPr>
          <p:nvPr/>
        </p:nvCxnSpPr>
        <p:spPr>
          <a:xfrm>
            <a:off x="3445389" y="2550097"/>
            <a:ext cx="1947182" cy="983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9" name="Oval 128">
            <a:extLst>
              <a:ext uri="{FF2B5EF4-FFF2-40B4-BE49-F238E27FC236}">
                <a16:creationId xmlns:a16="http://schemas.microsoft.com/office/drawing/2014/main" id="{026F06F9-98C0-4452-A0D3-BC300E0C5D06}"/>
              </a:ext>
            </a:extLst>
          </p:cNvPr>
          <p:cNvSpPr/>
          <p:nvPr/>
        </p:nvSpPr>
        <p:spPr>
          <a:xfrm rot="21411587">
            <a:off x="5414807" y="3365896"/>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5</a:t>
            </a:r>
          </a:p>
        </p:txBody>
      </p:sp>
      <p:sp>
        <p:nvSpPr>
          <p:cNvPr id="130" name="Oval 129">
            <a:extLst>
              <a:ext uri="{FF2B5EF4-FFF2-40B4-BE49-F238E27FC236}">
                <a16:creationId xmlns:a16="http://schemas.microsoft.com/office/drawing/2014/main" id="{026F06F9-98C0-4452-A0D3-BC300E0C5D06}"/>
              </a:ext>
            </a:extLst>
          </p:cNvPr>
          <p:cNvSpPr/>
          <p:nvPr/>
        </p:nvSpPr>
        <p:spPr>
          <a:xfrm rot="21411587">
            <a:off x="5847953" y="2901005"/>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4</a:t>
            </a:r>
          </a:p>
        </p:txBody>
      </p:sp>
      <p:sp>
        <p:nvSpPr>
          <p:cNvPr id="131" name="Oval 130">
            <a:extLst>
              <a:ext uri="{FF2B5EF4-FFF2-40B4-BE49-F238E27FC236}">
                <a16:creationId xmlns:a16="http://schemas.microsoft.com/office/drawing/2014/main" id="{026F06F9-98C0-4452-A0D3-BC300E0C5D06}"/>
              </a:ext>
            </a:extLst>
          </p:cNvPr>
          <p:cNvSpPr/>
          <p:nvPr/>
        </p:nvSpPr>
        <p:spPr>
          <a:xfrm rot="21411587">
            <a:off x="6245257" y="2421237"/>
            <a:ext cx="450806"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10</a:t>
            </a:r>
          </a:p>
        </p:txBody>
      </p:sp>
      <p:sp>
        <p:nvSpPr>
          <p:cNvPr id="132" name="TextBox 131">
            <a:extLst>
              <a:ext uri="{FF2B5EF4-FFF2-40B4-BE49-F238E27FC236}">
                <a16:creationId xmlns:a16="http://schemas.microsoft.com/office/drawing/2014/main" id="{AFFEF8C5-3AB7-488E-9E3C-EE8D6A5AE84B}"/>
              </a:ext>
            </a:extLst>
          </p:cNvPr>
          <p:cNvSpPr txBox="1"/>
          <p:nvPr/>
        </p:nvSpPr>
        <p:spPr>
          <a:xfrm>
            <a:off x="4871564" y="2570176"/>
            <a:ext cx="226314" cy="300082"/>
          </a:xfrm>
          <a:prstGeom prst="rect">
            <a:avLst/>
          </a:prstGeom>
          <a:noFill/>
        </p:spPr>
        <p:txBody>
          <a:bodyPr wrap="square" rtlCol="0">
            <a:spAutoFit/>
          </a:bodyPr>
          <a:lstStyle/>
          <a:p>
            <a:r>
              <a:rPr lang="en-US" sz="1350" dirty="0"/>
              <a:t>(</a:t>
            </a:r>
          </a:p>
        </p:txBody>
      </p:sp>
      <p:sp>
        <p:nvSpPr>
          <p:cNvPr id="133" name="TextBox 132">
            <a:extLst>
              <a:ext uri="{FF2B5EF4-FFF2-40B4-BE49-F238E27FC236}">
                <a16:creationId xmlns:a16="http://schemas.microsoft.com/office/drawing/2014/main" id="{AFFEF8C5-3AB7-488E-9E3C-EE8D6A5AE84B}"/>
              </a:ext>
            </a:extLst>
          </p:cNvPr>
          <p:cNvSpPr txBox="1"/>
          <p:nvPr/>
        </p:nvSpPr>
        <p:spPr>
          <a:xfrm>
            <a:off x="5009621" y="3663235"/>
            <a:ext cx="226314" cy="300082"/>
          </a:xfrm>
          <a:prstGeom prst="rect">
            <a:avLst/>
          </a:prstGeom>
          <a:noFill/>
        </p:spPr>
        <p:txBody>
          <a:bodyPr wrap="square" rtlCol="0">
            <a:spAutoFit/>
          </a:bodyPr>
          <a:lstStyle/>
          <a:p>
            <a:r>
              <a:rPr lang="en-US" sz="1350" dirty="0"/>
              <a:t>)</a:t>
            </a:r>
          </a:p>
        </p:txBody>
      </p:sp>
      <p:sp>
        <p:nvSpPr>
          <p:cNvPr id="134" name="TextBox 133">
            <a:extLst>
              <a:ext uri="{FF2B5EF4-FFF2-40B4-BE49-F238E27FC236}">
                <a16:creationId xmlns:a16="http://schemas.microsoft.com/office/drawing/2014/main" id="{AFFEF8C5-3AB7-488E-9E3C-EE8D6A5AE84B}"/>
              </a:ext>
            </a:extLst>
          </p:cNvPr>
          <p:cNvSpPr txBox="1"/>
          <p:nvPr/>
        </p:nvSpPr>
        <p:spPr>
          <a:xfrm>
            <a:off x="4687130" y="2980485"/>
            <a:ext cx="322491" cy="300082"/>
          </a:xfrm>
          <a:prstGeom prst="rect">
            <a:avLst/>
          </a:prstGeom>
          <a:noFill/>
        </p:spPr>
        <p:txBody>
          <a:bodyPr wrap="square" rtlCol="0">
            <a:spAutoFit/>
          </a:bodyPr>
          <a:lstStyle/>
          <a:p>
            <a:r>
              <a:rPr lang="en-US" sz="1350" dirty="0"/>
              <a:t>id</a:t>
            </a:r>
          </a:p>
        </p:txBody>
      </p:sp>
      <p:cxnSp>
        <p:nvCxnSpPr>
          <p:cNvPr id="135" name="Straight Arrow Connector 134">
            <a:extLst>
              <a:ext uri="{FF2B5EF4-FFF2-40B4-BE49-F238E27FC236}">
                <a16:creationId xmlns:a16="http://schemas.microsoft.com/office/drawing/2014/main" id="{29C8A415-D1D3-4C02-ADC4-9C7F1970F457}"/>
              </a:ext>
            </a:extLst>
          </p:cNvPr>
          <p:cNvCxnSpPr>
            <a:cxnSpLocks/>
            <a:stCxn id="119" idx="6"/>
          </p:cNvCxnSpPr>
          <p:nvPr/>
        </p:nvCxnSpPr>
        <p:spPr>
          <a:xfrm>
            <a:off x="4380333" y="3847572"/>
            <a:ext cx="2059714" cy="199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a:extLst>
              <a:ext uri="{FF2B5EF4-FFF2-40B4-BE49-F238E27FC236}">
                <a16:creationId xmlns:a16="http://schemas.microsoft.com/office/drawing/2014/main" id="{29C8A415-D1D3-4C02-ADC4-9C7F1970F457}"/>
              </a:ext>
            </a:extLst>
          </p:cNvPr>
          <p:cNvCxnSpPr>
            <a:cxnSpLocks/>
            <a:stCxn id="119" idx="6"/>
          </p:cNvCxnSpPr>
          <p:nvPr/>
        </p:nvCxnSpPr>
        <p:spPr>
          <a:xfrm>
            <a:off x="4380333" y="3847571"/>
            <a:ext cx="1607630" cy="691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7" name="Oval 136">
            <a:extLst>
              <a:ext uri="{FF2B5EF4-FFF2-40B4-BE49-F238E27FC236}">
                <a16:creationId xmlns:a16="http://schemas.microsoft.com/office/drawing/2014/main" id="{026F06F9-98C0-4452-A0D3-BC300E0C5D06}"/>
              </a:ext>
            </a:extLst>
          </p:cNvPr>
          <p:cNvSpPr/>
          <p:nvPr/>
        </p:nvSpPr>
        <p:spPr>
          <a:xfrm rot="21411587">
            <a:off x="6010199" y="4370728"/>
            <a:ext cx="372567"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6</a:t>
            </a:r>
          </a:p>
        </p:txBody>
      </p:sp>
      <p:sp>
        <p:nvSpPr>
          <p:cNvPr id="138" name="Oval 137">
            <a:extLst>
              <a:ext uri="{FF2B5EF4-FFF2-40B4-BE49-F238E27FC236}">
                <a16:creationId xmlns:a16="http://schemas.microsoft.com/office/drawing/2014/main" id="{026F06F9-98C0-4452-A0D3-BC300E0C5D06}"/>
              </a:ext>
            </a:extLst>
          </p:cNvPr>
          <p:cNvSpPr/>
          <p:nvPr/>
        </p:nvSpPr>
        <p:spPr>
          <a:xfrm rot="21411587">
            <a:off x="6404227" y="3905837"/>
            <a:ext cx="450806" cy="368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11</a:t>
            </a:r>
          </a:p>
        </p:txBody>
      </p:sp>
      <p:sp>
        <p:nvSpPr>
          <p:cNvPr id="141" name="TextBox 140">
            <a:extLst>
              <a:ext uri="{FF2B5EF4-FFF2-40B4-BE49-F238E27FC236}">
                <a16:creationId xmlns:a16="http://schemas.microsoft.com/office/drawing/2014/main" id="{AFFEF8C5-3AB7-488E-9E3C-EE8D6A5AE84B}"/>
              </a:ext>
            </a:extLst>
          </p:cNvPr>
          <p:cNvSpPr txBox="1"/>
          <p:nvPr/>
        </p:nvSpPr>
        <p:spPr>
          <a:xfrm>
            <a:off x="5153673" y="2357643"/>
            <a:ext cx="226314" cy="300082"/>
          </a:xfrm>
          <a:prstGeom prst="rect">
            <a:avLst/>
          </a:prstGeom>
          <a:noFill/>
        </p:spPr>
        <p:txBody>
          <a:bodyPr wrap="square" rtlCol="0">
            <a:spAutoFit/>
          </a:bodyPr>
          <a:lstStyle/>
          <a:p>
            <a:r>
              <a:rPr lang="en-US" sz="1350" dirty="0"/>
              <a:t>F</a:t>
            </a:r>
          </a:p>
        </p:txBody>
      </p:sp>
      <p:sp>
        <p:nvSpPr>
          <p:cNvPr id="142" name="TextBox 141">
            <a:extLst>
              <a:ext uri="{FF2B5EF4-FFF2-40B4-BE49-F238E27FC236}">
                <a16:creationId xmlns:a16="http://schemas.microsoft.com/office/drawing/2014/main" id="{AFFEF8C5-3AB7-488E-9E3C-EE8D6A5AE84B}"/>
              </a:ext>
            </a:extLst>
          </p:cNvPr>
          <p:cNvSpPr txBox="1"/>
          <p:nvPr/>
        </p:nvSpPr>
        <p:spPr>
          <a:xfrm>
            <a:off x="5487933" y="4106998"/>
            <a:ext cx="226314" cy="300082"/>
          </a:xfrm>
          <a:prstGeom prst="rect">
            <a:avLst/>
          </a:prstGeom>
          <a:noFill/>
        </p:spPr>
        <p:txBody>
          <a:bodyPr wrap="square" rtlCol="0">
            <a:spAutoFit/>
          </a:bodyPr>
          <a:lstStyle/>
          <a:p>
            <a:r>
              <a:rPr lang="en-US" sz="1350" dirty="0"/>
              <a:t>+</a:t>
            </a:r>
          </a:p>
        </p:txBody>
      </p:sp>
      <p:grpSp>
        <p:nvGrpSpPr>
          <p:cNvPr id="143" name="Group 142">
            <a:extLst>
              <a:ext uri="{FF2B5EF4-FFF2-40B4-BE49-F238E27FC236}">
                <a16:creationId xmlns:a16="http://schemas.microsoft.com/office/drawing/2014/main" id="{20CA5E36-A65C-4ADB-B7B6-F334B1ABB17C}"/>
              </a:ext>
            </a:extLst>
          </p:cNvPr>
          <p:cNvGrpSpPr/>
          <p:nvPr/>
        </p:nvGrpSpPr>
        <p:grpSpPr>
          <a:xfrm>
            <a:off x="4625564" y="900688"/>
            <a:ext cx="1117167" cy="396359"/>
            <a:chOff x="7551980" y="190652"/>
            <a:chExt cx="1489556" cy="528478"/>
          </a:xfrm>
        </p:grpSpPr>
        <p:sp>
          <p:nvSpPr>
            <p:cNvPr id="144" name="Oval 143">
              <a:extLst>
                <a:ext uri="{FF2B5EF4-FFF2-40B4-BE49-F238E27FC236}">
                  <a16:creationId xmlns:a16="http://schemas.microsoft.com/office/drawing/2014/main" id="{026F06F9-98C0-4452-A0D3-BC300E0C5D06}"/>
                </a:ext>
              </a:extLst>
            </p:cNvPr>
            <p:cNvSpPr/>
            <p:nvPr/>
          </p:nvSpPr>
          <p:spPr>
            <a:xfrm>
              <a:off x="8544780" y="227569"/>
              <a:ext cx="496756" cy="4915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a:t>
              </a:r>
              <a:r>
                <a:rPr lang="en-US" sz="1350" baseline="-25000" dirty="0"/>
                <a:t>7</a:t>
              </a:r>
            </a:p>
          </p:txBody>
        </p:sp>
        <p:cxnSp>
          <p:nvCxnSpPr>
            <p:cNvPr id="145" name="Straight Arrow Connector 144">
              <a:extLst>
                <a:ext uri="{FF2B5EF4-FFF2-40B4-BE49-F238E27FC236}">
                  <a16:creationId xmlns:a16="http://schemas.microsoft.com/office/drawing/2014/main" id="{DAAC793F-BCC9-4EEA-85F2-89C5AC14AEE2}"/>
                </a:ext>
              </a:extLst>
            </p:cNvPr>
            <p:cNvCxnSpPr>
              <a:cxnSpLocks/>
              <a:endCxn id="144" idx="2"/>
            </p:cNvCxnSpPr>
            <p:nvPr/>
          </p:nvCxnSpPr>
          <p:spPr>
            <a:xfrm>
              <a:off x="7551980" y="468018"/>
              <a:ext cx="992800" cy="5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6" name="TextBox 145">
              <a:extLst>
                <a:ext uri="{FF2B5EF4-FFF2-40B4-BE49-F238E27FC236}">
                  <a16:creationId xmlns:a16="http://schemas.microsoft.com/office/drawing/2014/main" id="{E50077D7-362D-47BC-935E-D31283862E2D}"/>
                </a:ext>
              </a:extLst>
            </p:cNvPr>
            <p:cNvSpPr txBox="1"/>
            <p:nvPr/>
          </p:nvSpPr>
          <p:spPr>
            <a:xfrm>
              <a:off x="7936803" y="190652"/>
              <a:ext cx="301752" cy="400109"/>
            </a:xfrm>
            <a:prstGeom prst="rect">
              <a:avLst/>
            </a:prstGeom>
            <a:noFill/>
          </p:spPr>
          <p:txBody>
            <a:bodyPr wrap="square" rtlCol="0">
              <a:spAutoFit/>
            </a:bodyPr>
            <a:lstStyle/>
            <a:p>
              <a:r>
                <a:rPr lang="en-US" sz="1350" dirty="0"/>
                <a:t>*</a:t>
              </a:r>
            </a:p>
          </p:txBody>
        </p:sp>
      </p:grpSp>
      <p:sp>
        <p:nvSpPr>
          <p:cNvPr id="50" name="TextBox 49"/>
          <p:cNvSpPr txBox="1"/>
          <p:nvPr/>
        </p:nvSpPr>
        <p:spPr>
          <a:xfrm>
            <a:off x="6230338" y="986056"/>
            <a:ext cx="2913662" cy="1061829"/>
          </a:xfrm>
          <a:prstGeom prst="rect">
            <a:avLst/>
          </a:prstGeom>
          <a:noFill/>
        </p:spPr>
        <p:txBody>
          <a:bodyPr wrap="square" rtlCol="0">
            <a:spAutoFit/>
          </a:bodyPr>
          <a:lstStyle/>
          <a:p>
            <a:r>
              <a:rPr lang="en-US" sz="2100" dirty="0">
                <a:latin typeface="Times New Roman" pitchFamily="18" charset="0"/>
                <a:cs typeface="Times New Roman" pitchFamily="18" charset="0"/>
              </a:rPr>
              <a:t>Step-3: </a:t>
            </a:r>
          </a:p>
          <a:p>
            <a:r>
              <a:rPr lang="en-US" sz="2100" dirty="0">
                <a:latin typeface="Times New Roman" pitchFamily="18" charset="0"/>
                <a:cs typeface="Times New Roman" pitchFamily="18" charset="0"/>
              </a:rPr>
              <a:t>Transaction Graph from I</a:t>
            </a:r>
            <a:r>
              <a:rPr lang="en-US" sz="2100" baseline="-25000" dirty="0">
                <a:latin typeface="Times New Roman" pitchFamily="18" charset="0"/>
                <a:cs typeface="Times New Roman" pitchFamily="18" charset="0"/>
              </a:rPr>
              <a:t>0</a:t>
            </a:r>
            <a:r>
              <a:rPr lang="en-US" sz="2100" dirty="0">
                <a:latin typeface="Times New Roman" pitchFamily="18" charset="0"/>
                <a:cs typeface="Times New Roman" pitchFamily="18" charset="0"/>
              </a:rPr>
              <a:t> To I</a:t>
            </a:r>
            <a:r>
              <a:rPr lang="en-US" sz="2100" baseline="-25000" dirty="0">
                <a:latin typeface="Times New Roman" pitchFamily="18" charset="0"/>
                <a:cs typeface="Times New Roman" pitchFamily="18" charset="0"/>
              </a:rPr>
              <a:t>11</a:t>
            </a:r>
          </a:p>
        </p:txBody>
      </p:sp>
    </p:spTree>
    <p:extLst>
      <p:ext uri="{BB962C8B-B14F-4D97-AF65-F5344CB8AC3E}">
        <p14:creationId xmlns:p14="http://schemas.microsoft.com/office/powerpoint/2010/main" val="154965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2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9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3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25"/>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3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2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3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2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4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35"/>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3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3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4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36"/>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3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5" grpId="0" animBg="1"/>
      <p:bldP spid="117" grpId="0"/>
      <p:bldP spid="119" grpId="0" animBg="1"/>
      <p:bldP spid="121" grpId="0"/>
      <p:bldP spid="64" grpId="0" animBg="1"/>
      <p:bldP spid="66" grpId="0"/>
      <p:bldP spid="73" grpId="0" animBg="1"/>
      <p:bldP spid="74" grpId="0"/>
      <p:bldP spid="76" grpId="0" animBg="1"/>
      <p:bldP spid="77" grpId="0"/>
      <p:bldP spid="79" grpId="0" animBg="1"/>
      <p:bldP spid="80" grpId="0"/>
      <p:bldP spid="91" grpId="0" animBg="1"/>
      <p:bldP spid="94" grpId="0"/>
      <p:bldP spid="112" grpId="0" animBg="1"/>
      <p:bldP spid="113" grpId="0" animBg="1"/>
      <p:bldP spid="114" grpId="0"/>
      <p:bldP spid="123" grpId="0"/>
      <p:bldP spid="129" grpId="0" animBg="1"/>
      <p:bldP spid="130" grpId="0" animBg="1"/>
      <p:bldP spid="131" grpId="0" animBg="1"/>
      <p:bldP spid="132" grpId="0"/>
      <p:bldP spid="133" grpId="0"/>
      <p:bldP spid="134" grpId="0"/>
      <p:bldP spid="137" grpId="0" animBg="1"/>
      <p:bldP spid="138" grpId="0" animBg="1"/>
      <p:bldP spid="141" grpId="0"/>
      <p:bldP spid="1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B52F9D-109B-4FE1-A15C-71D504CF7A83}" type="slidenum">
              <a:rPr lang="en-US" smtClean="0"/>
              <a:t>20</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6"/>
          <a:ext cx="9073512" cy="4056137"/>
        </p:xfrm>
        <a:graphic>
          <a:graphicData uri="http://schemas.openxmlformats.org/drawingml/2006/table">
            <a:tbl>
              <a:tblPr firstRow="1" bandRow="1">
                <a:tableStyleId>{5C22544A-7EE6-4342-B048-85BDC9FD1C3A}</a:tableStyleId>
              </a:tblPr>
              <a:tblGrid>
                <a:gridCol w="2621533">
                  <a:extLst>
                    <a:ext uri="{9D8B030D-6E8A-4147-A177-3AD203B41FA5}">
                      <a16:colId xmlns:a16="http://schemas.microsoft.com/office/drawing/2014/main" val="20000"/>
                    </a:ext>
                  </a:extLst>
                </a:gridCol>
                <a:gridCol w="2732964">
                  <a:extLst>
                    <a:ext uri="{9D8B030D-6E8A-4147-A177-3AD203B41FA5}">
                      <a16:colId xmlns:a16="http://schemas.microsoft.com/office/drawing/2014/main" val="20001"/>
                    </a:ext>
                  </a:extLst>
                </a:gridCol>
                <a:gridCol w="3719015">
                  <a:extLst>
                    <a:ext uri="{9D8B030D-6E8A-4147-A177-3AD203B41FA5}">
                      <a16:colId xmlns:a16="http://schemas.microsoft.com/office/drawing/2014/main" val="20002"/>
                    </a:ext>
                  </a:extLst>
                </a:gridCol>
              </a:tblGrid>
              <a:tr h="312011">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12011">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52363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B52F9D-109B-4FE1-A15C-71D504CF7A83}" type="slidenum">
              <a:rPr lang="en-US" smtClean="0"/>
              <a:t>21</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6"/>
          <a:ext cx="9073512" cy="4056137"/>
        </p:xfrm>
        <a:graphic>
          <a:graphicData uri="http://schemas.openxmlformats.org/drawingml/2006/table">
            <a:tbl>
              <a:tblPr firstRow="1" bandRow="1">
                <a:tableStyleId>{5C22544A-7EE6-4342-B048-85BDC9FD1C3A}</a:tableStyleId>
              </a:tblPr>
              <a:tblGrid>
                <a:gridCol w="2621533">
                  <a:extLst>
                    <a:ext uri="{9D8B030D-6E8A-4147-A177-3AD203B41FA5}">
                      <a16:colId xmlns:a16="http://schemas.microsoft.com/office/drawing/2014/main" val="20000"/>
                    </a:ext>
                  </a:extLst>
                </a:gridCol>
                <a:gridCol w="2732964">
                  <a:extLst>
                    <a:ext uri="{9D8B030D-6E8A-4147-A177-3AD203B41FA5}">
                      <a16:colId xmlns:a16="http://schemas.microsoft.com/office/drawing/2014/main" val="20001"/>
                    </a:ext>
                  </a:extLst>
                </a:gridCol>
                <a:gridCol w="3719015">
                  <a:extLst>
                    <a:ext uri="{9D8B030D-6E8A-4147-A177-3AD203B41FA5}">
                      <a16:colId xmlns:a16="http://schemas.microsoft.com/office/drawing/2014/main" val="20002"/>
                    </a:ext>
                  </a:extLst>
                </a:gridCol>
              </a:tblGrid>
              <a:tr h="312011">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12011">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245557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B52F9D-109B-4FE1-A15C-71D504CF7A83}" type="slidenum">
              <a:rPr lang="en-US" smtClean="0"/>
              <a:t>22</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6"/>
          <a:ext cx="9073512" cy="4056137"/>
        </p:xfrm>
        <a:graphic>
          <a:graphicData uri="http://schemas.openxmlformats.org/drawingml/2006/table">
            <a:tbl>
              <a:tblPr firstRow="1" bandRow="1">
                <a:tableStyleId>{5C22544A-7EE6-4342-B048-85BDC9FD1C3A}</a:tableStyleId>
              </a:tblPr>
              <a:tblGrid>
                <a:gridCol w="2621533">
                  <a:extLst>
                    <a:ext uri="{9D8B030D-6E8A-4147-A177-3AD203B41FA5}">
                      <a16:colId xmlns:a16="http://schemas.microsoft.com/office/drawing/2014/main" val="20000"/>
                    </a:ext>
                  </a:extLst>
                </a:gridCol>
                <a:gridCol w="2732964">
                  <a:extLst>
                    <a:ext uri="{9D8B030D-6E8A-4147-A177-3AD203B41FA5}">
                      <a16:colId xmlns:a16="http://schemas.microsoft.com/office/drawing/2014/main" val="20001"/>
                    </a:ext>
                  </a:extLst>
                </a:gridCol>
                <a:gridCol w="3719015">
                  <a:extLst>
                    <a:ext uri="{9D8B030D-6E8A-4147-A177-3AD203B41FA5}">
                      <a16:colId xmlns:a16="http://schemas.microsoft.com/office/drawing/2014/main" val="20002"/>
                    </a:ext>
                  </a:extLst>
                </a:gridCol>
              </a:tblGrid>
              <a:tr h="312011">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12011">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81541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B52F9D-109B-4FE1-A15C-71D504CF7A83}" type="slidenum">
              <a:rPr lang="en-US" smtClean="0"/>
              <a:t>23</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6"/>
          <a:ext cx="9073512" cy="4056137"/>
        </p:xfrm>
        <a:graphic>
          <a:graphicData uri="http://schemas.openxmlformats.org/drawingml/2006/table">
            <a:tbl>
              <a:tblPr firstRow="1" bandRow="1">
                <a:tableStyleId>{5C22544A-7EE6-4342-B048-85BDC9FD1C3A}</a:tableStyleId>
              </a:tblPr>
              <a:tblGrid>
                <a:gridCol w="2621533">
                  <a:extLst>
                    <a:ext uri="{9D8B030D-6E8A-4147-A177-3AD203B41FA5}">
                      <a16:colId xmlns:a16="http://schemas.microsoft.com/office/drawing/2014/main" val="20000"/>
                    </a:ext>
                  </a:extLst>
                </a:gridCol>
                <a:gridCol w="2732964">
                  <a:extLst>
                    <a:ext uri="{9D8B030D-6E8A-4147-A177-3AD203B41FA5}">
                      <a16:colId xmlns:a16="http://schemas.microsoft.com/office/drawing/2014/main" val="20001"/>
                    </a:ext>
                  </a:extLst>
                </a:gridCol>
                <a:gridCol w="3719015">
                  <a:extLst>
                    <a:ext uri="{9D8B030D-6E8A-4147-A177-3AD203B41FA5}">
                      <a16:colId xmlns:a16="http://schemas.microsoft.com/office/drawing/2014/main" val="20002"/>
                    </a:ext>
                  </a:extLst>
                </a:gridCol>
              </a:tblGrid>
              <a:tr h="312011">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12011">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8123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8B52F9D-109B-4FE1-A15C-71D504CF7A83}" type="slidenum">
              <a:rPr lang="en-US" smtClean="0"/>
              <a:t>24</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6"/>
          <a:ext cx="9073512" cy="4056137"/>
        </p:xfrm>
        <a:graphic>
          <a:graphicData uri="http://schemas.openxmlformats.org/drawingml/2006/table">
            <a:tbl>
              <a:tblPr firstRow="1" bandRow="1">
                <a:tableStyleId>{5C22544A-7EE6-4342-B048-85BDC9FD1C3A}</a:tableStyleId>
              </a:tblPr>
              <a:tblGrid>
                <a:gridCol w="2621533">
                  <a:extLst>
                    <a:ext uri="{9D8B030D-6E8A-4147-A177-3AD203B41FA5}">
                      <a16:colId xmlns:a16="http://schemas.microsoft.com/office/drawing/2014/main" val="20000"/>
                    </a:ext>
                  </a:extLst>
                </a:gridCol>
                <a:gridCol w="2732964">
                  <a:extLst>
                    <a:ext uri="{9D8B030D-6E8A-4147-A177-3AD203B41FA5}">
                      <a16:colId xmlns:a16="http://schemas.microsoft.com/office/drawing/2014/main" val="20001"/>
                    </a:ext>
                  </a:extLst>
                </a:gridCol>
                <a:gridCol w="3719015">
                  <a:extLst>
                    <a:ext uri="{9D8B030D-6E8A-4147-A177-3AD203B41FA5}">
                      <a16:colId xmlns:a16="http://schemas.microsoft.com/office/drawing/2014/main" val="20002"/>
                    </a:ext>
                  </a:extLst>
                </a:gridCol>
              </a:tblGrid>
              <a:tr h="312011">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12011">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20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2011">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2011">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652300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25</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252271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26</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227449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27</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158007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28</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394553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29</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364777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30</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444137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31</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160633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32</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677061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33</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925204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34</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358798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35</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806052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36</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875306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37</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042305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38</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2103697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39</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753805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40</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281254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41</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245127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42</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214621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43</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3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F•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197878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44</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3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F•</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5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id•</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5932020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45</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3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F•</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5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id•</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E + T• </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966550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46</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3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F•</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5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id•</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E + T•</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10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T * F•</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936148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47</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8926799" cy="4271085"/>
        </p:xfrm>
        <a:graphic>
          <a:graphicData uri="http://schemas.openxmlformats.org/drawingml/2006/table">
            <a:tbl>
              <a:tblPr firstRow="1" bandRow="1">
                <a:tableStyleId>{5C22544A-7EE6-4342-B048-85BDC9FD1C3A}</a:tableStyleId>
              </a:tblPr>
              <a:tblGrid>
                <a:gridCol w="2579144">
                  <a:extLst>
                    <a:ext uri="{9D8B030D-6E8A-4147-A177-3AD203B41FA5}">
                      <a16:colId xmlns:a16="http://schemas.microsoft.com/office/drawing/2014/main" val="20000"/>
                    </a:ext>
                  </a:extLst>
                </a:gridCol>
                <a:gridCol w="2688773">
                  <a:extLst>
                    <a:ext uri="{9D8B030D-6E8A-4147-A177-3AD203B41FA5}">
                      <a16:colId xmlns:a16="http://schemas.microsoft.com/office/drawing/2014/main" val="20001"/>
                    </a:ext>
                  </a:extLst>
                </a:gridCol>
                <a:gridCol w="3658881">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3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F•</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5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id•</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E + T•</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10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T * F•</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11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(E)•</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949597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60511" y="933627"/>
            <a:ext cx="274320" cy="274320"/>
          </a:xfrm>
        </p:spPr>
        <p:txBody>
          <a:bodyPr/>
          <a:lstStyle/>
          <a:p>
            <a:fld id="{B8B52F9D-109B-4FE1-A15C-71D504CF7A83}" type="slidenum">
              <a:rPr lang="en-US" smtClean="0"/>
              <a:t>48</a:t>
            </a:fld>
            <a:endParaRPr lang="en-US"/>
          </a:p>
        </p:txBody>
      </p:sp>
      <p:sp>
        <p:nvSpPr>
          <p:cNvPr id="5" name="Content Placeholder 2"/>
          <p:cNvSpPr txBox="1">
            <a:spLocks/>
          </p:cNvSpPr>
          <p:nvPr/>
        </p:nvSpPr>
        <p:spPr>
          <a:xfrm>
            <a:off x="0" y="933627"/>
            <a:ext cx="3940791" cy="322821"/>
          </a:xfrm>
          <a:prstGeom prst="rect">
            <a:avLst/>
          </a:prstGeom>
        </p:spPr>
        <p:txBody>
          <a:bodyPr vert="horz" lIns="68580" tIns="34290" rIns="68580" bIns="3429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latin typeface="Times New Roman" pitchFamily="18" charset="0"/>
                <a:cs typeface="Times New Roman" pitchFamily="18" charset="0"/>
              </a:rPr>
              <a:t>Step-4: Conditional Table from TG</a:t>
            </a:r>
          </a:p>
        </p:txBody>
      </p:sp>
      <p:graphicFrame>
        <p:nvGraphicFramePr>
          <p:cNvPr id="7" name="Table 6"/>
          <p:cNvGraphicFramePr>
            <a:graphicFrameLocks noGrp="1"/>
          </p:cNvGraphicFramePr>
          <p:nvPr/>
        </p:nvGraphicFramePr>
        <p:xfrm>
          <a:off x="70488" y="1396997"/>
          <a:ext cx="7002464" cy="4271085"/>
        </p:xfrm>
        <a:graphic>
          <a:graphicData uri="http://schemas.openxmlformats.org/drawingml/2006/table">
            <a:tbl>
              <a:tblPr firstRow="1" bandRow="1">
                <a:tableStyleId>{5C22544A-7EE6-4342-B048-85BDC9FD1C3A}</a:tableStyleId>
              </a:tblPr>
              <a:tblGrid>
                <a:gridCol w="2273516">
                  <a:extLst>
                    <a:ext uri="{9D8B030D-6E8A-4147-A177-3AD203B41FA5}">
                      <a16:colId xmlns:a16="http://schemas.microsoft.com/office/drawing/2014/main" val="20000"/>
                    </a:ext>
                  </a:extLst>
                </a:gridCol>
                <a:gridCol w="2661314">
                  <a:extLst>
                    <a:ext uri="{9D8B030D-6E8A-4147-A177-3AD203B41FA5}">
                      <a16:colId xmlns:a16="http://schemas.microsoft.com/office/drawing/2014/main" val="20001"/>
                    </a:ext>
                  </a:extLst>
                </a:gridCol>
                <a:gridCol w="2067635">
                  <a:extLst>
                    <a:ext uri="{9D8B030D-6E8A-4147-A177-3AD203B41FA5}">
                      <a16:colId xmlns:a16="http://schemas.microsoft.com/office/drawing/2014/main" val="20002"/>
                    </a:ext>
                  </a:extLst>
                </a:gridCol>
              </a:tblGrid>
              <a:tr h="305078">
                <a:tc>
                  <a:txBody>
                    <a:bodyPr/>
                    <a:lstStyle/>
                    <a:p>
                      <a:r>
                        <a:rPr lang="en-US" sz="1500" dirty="0">
                          <a:latin typeface="Times New Roman" pitchFamily="18" charset="0"/>
                          <a:cs typeface="Times New Roman" pitchFamily="18" charset="0"/>
                        </a:rPr>
                        <a:t>Condition # 1 (Terminals)</a:t>
                      </a:r>
                    </a:p>
                  </a:txBody>
                  <a:tcPr marL="68580" marR="68580" marT="34290" marB="34290"/>
                </a:tc>
                <a:tc>
                  <a:txBody>
                    <a:bodyPr/>
                    <a:lstStyle/>
                    <a:p>
                      <a:r>
                        <a:rPr lang="en-US" sz="1500" dirty="0">
                          <a:latin typeface="Times New Roman" pitchFamily="18" charset="0"/>
                          <a:cs typeface="Times New Roman" pitchFamily="18" charset="0"/>
                        </a:rPr>
                        <a:t>Condition # 2 (Non-terminals)</a:t>
                      </a:r>
                    </a:p>
                  </a:txBody>
                  <a:tcPr marL="68580" marR="68580" marT="34290" marB="34290"/>
                </a:tc>
                <a:tc>
                  <a:txBody>
                    <a:bodyPr/>
                    <a:lstStyle/>
                    <a:p>
                      <a:r>
                        <a:rPr lang="en-US" sz="1500" dirty="0">
                          <a:latin typeface="Times New Roman" pitchFamily="18" charset="0"/>
                          <a:cs typeface="Times New Roman" pitchFamily="18" charset="0"/>
                        </a:rPr>
                        <a:t>Condition # 3 (Reduce)</a:t>
                      </a:r>
                    </a:p>
                  </a:txBody>
                  <a:tcPr marL="68580" marR="68580" marT="34290" marB="34290"/>
                </a:tc>
                <a:extLst>
                  <a:ext uri="{0D108BD9-81ED-4DB2-BD59-A6C34878D82A}">
                    <a16:rowId xmlns:a16="http://schemas.microsoft.com/office/drawing/2014/main" val="10000"/>
                  </a:ext>
                </a:extLst>
              </a:tr>
              <a:tr h="305078">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E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a:t>
                      </a:r>
                      <a:r>
                        <a:rPr lang="en-US" sz="1500" baseline="0" dirty="0">
                          <a:latin typeface="Times New Roman" pitchFamily="18" charset="0"/>
                          <a:cs typeface="Times New Roman" pitchFamily="18" charset="0"/>
                          <a:sym typeface="Wingdings" pitchFamily="2" charset="2"/>
                        </a:rPr>
                        <a:t>  1</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T•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3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F• </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0,</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5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id•</a:t>
                      </a:r>
                      <a:endParaRPr lang="en-US" sz="1500" baseline="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2,</a:t>
                      </a:r>
                      <a:r>
                        <a:rPr lang="en-US" sz="1500" baseline="0" dirty="0">
                          <a:latin typeface="Times New Roman" pitchFamily="18" charset="0"/>
                          <a:cs typeface="Times New Roman" pitchFamily="18" charset="0"/>
                        </a:rPr>
                        <a:t>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8</a:t>
                      </a:r>
                      <a:r>
                        <a:rPr lang="en-US" sz="1500" baseline="0" dirty="0">
                          <a:latin typeface="Times New Roman" pitchFamily="18" charset="0"/>
                          <a:cs typeface="Times New Roman" pitchFamily="18" charset="0"/>
                          <a:sym typeface="Wingdings" pitchFamily="2" charset="2"/>
                        </a:rPr>
                        <a:t>  8</a:t>
                      </a:r>
                      <a:endParaRPr lang="en-US" sz="15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 </a:t>
                      </a:r>
                      <a:r>
                        <a:rPr lang="en-US" sz="1500" baseline="0" dirty="0">
                          <a:latin typeface="Times New Roman" pitchFamily="18" charset="0"/>
                          <a:cs typeface="Times New Roman" pitchFamily="18" charset="0"/>
                        </a:rPr>
                        <a:t>: E  </a:t>
                      </a:r>
                      <a:r>
                        <a:rPr lang="en-US" sz="1500" baseline="0" dirty="0">
                          <a:latin typeface="Times New Roman" pitchFamily="18" charset="0"/>
                          <a:cs typeface="Times New Roman" pitchFamily="18" charset="0"/>
                          <a:sym typeface="Wingdings" pitchFamily="2" charset="2"/>
                        </a:rPr>
                        <a:t> E + T• </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2</a:t>
                      </a:r>
                      <a:r>
                        <a:rPr lang="en-US" sz="1500" baseline="0" dirty="0">
                          <a:latin typeface="Times New Roman" pitchFamily="18" charset="0"/>
                          <a:cs typeface="Times New Roman" pitchFamily="18" charset="0"/>
                          <a:sym typeface="Wingdings" pitchFamily="2" charset="2"/>
                        </a:rPr>
                        <a:t>  2</a:t>
                      </a:r>
                      <a:endParaRPr lang="en-US" sz="15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10 </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T * F• </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4,</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11 </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(E)•</a:t>
                      </a:r>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T)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9</a:t>
                      </a:r>
                      <a:r>
                        <a:rPr lang="en-US" sz="1500" baseline="0" dirty="0">
                          <a:latin typeface="Times New Roman" pitchFamily="18" charset="0"/>
                          <a:cs typeface="Times New Roman" pitchFamily="18" charset="0"/>
                          <a:sym typeface="Wingdings" pitchFamily="2" charset="2"/>
                        </a:rPr>
                        <a:t>  9</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6,</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3</a:t>
                      </a:r>
                      <a:r>
                        <a:rPr lang="en-US" sz="1500" baseline="0" dirty="0">
                          <a:latin typeface="Times New Roman" pitchFamily="18" charset="0"/>
                          <a:cs typeface="Times New Roman" pitchFamily="18" charset="0"/>
                          <a:sym typeface="Wingdings" pitchFamily="2" charset="2"/>
                        </a:rPr>
                        <a:t>  3</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4</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4</a:t>
                      </a:r>
                      <a:endParaRPr lang="en-US" sz="1500" baseline="-25000" dirty="0">
                        <a:latin typeface="Times New Roman" pitchFamily="18" charset="0"/>
                        <a:cs typeface="Times New Roman" pitchFamily="18" charset="0"/>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F)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10</a:t>
                      </a:r>
                      <a:r>
                        <a:rPr lang="en-US" sz="1500" baseline="0" dirty="0">
                          <a:latin typeface="Times New Roman" pitchFamily="18" charset="0"/>
                          <a:cs typeface="Times New Roman" pitchFamily="18" charset="0"/>
                          <a:sym typeface="Wingdings" pitchFamily="2" charset="2"/>
                        </a:rPr>
                        <a:t>  10</a:t>
                      </a:r>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7,</a:t>
                      </a:r>
                      <a:r>
                        <a:rPr lang="en-US" sz="1500" baseline="0" dirty="0">
                          <a:latin typeface="Times New Roman" pitchFamily="18" charset="0"/>
                          <a:cs typeface="Times New Roman" pitchFamily="18" charset="0"/>
                        </a:rPr>
                        <a:t>  id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5</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5</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6</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6</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8,</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11</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11</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05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latin typeface="Times New Roman" pitchFamily="18" charset="0"/>
                          <a:cs typeface="Times New Roman" pitchFamily="18" charset="0"/>
                        </a:rPr>
                        <a:t>(I</a:t>
                      </a:r>
                      <a:r>
                        <a:rPr lang="en-US" sz="1500" baseline="-25000" dirty="0">
                          <a:latin typeface="Times New Roman" pitchFamily="18" charset="0"/>
                          <a:cs typeface="Times New Roman" pitchFamily="18" charset="0"/>
                        </a:rPr>
                        <a:t>9,</a:t>
                      </a:r>
                      <a:r>
                        <a:rPr lang="en-US" sz="1500" baseline="0" dirty="0">
                          <a:latin typeface="Times New Roman" pitchFamily="18" charset="0"/>
                          <a:cs typeface="Times New Roman" pitchFamily="18" charset="0"/>
                        </a:rPr>
                        <a:t>  * ) </a:t>
                      </a:r>
                      <a:r>
                        <a:rPr lang="en-US" sz="1500" baseline="0" dirty="0">
                          <a:latin typeface="Times New Roman" pitchFamily="18" charset="0"/>
                          <a:cs typeface="Times New Roman" pitchFamily="18" charset="0"/>
                          <a:sym typeface="Wingdings" pitchFamily="2" charset="2"/>
                        </a:rPr>
                        <a:t> I</a:t>
                      </a:r>
                      <a:r>
                        <a:rPr lang="en-US" sz="1500" baseline="-25000" dirty="0">
                          <a:latin typeface="Times New Roman" pitchFamily="18" charset="0"/>
                          <a:cs typeface="Times New Roman" pitchFamily="18" charset="0"/>
                          <a:sym typeface="Wingdings" pitchFamily="2" charset="2"/>
                        </a:rPr>
                        <a:t>7</a:t>
                      </a:r>
                      <a:r>
                        <a:rPr lang="en-US" sz="1500" baseline="0" dirty="0">
                          <a:latin typeface="Times New Roman" pitchFamily="18" charset="0"/>
                          <a:cs typeface="Times New Roman" pitchFamily="18" charset="0"/>
                          <a:sym typeface="Wingdings" pitchFamily="2" charset="2"/>
                        </a:rPr>
                        <a:t>  S</a:t>
                      </a:r>
                      <a:r>
                        <a:rPr lang="en-US" sz="1500" baseline="-25000" dirty="0">
                          <a:latin typeface="Times New Roman" pitchFamily="18" charset="0"/>
                          <a:cs typeface="Times New Roman" pitchFamily="18" charset="0"/>
                          <a:sym typeface="Wingdings" pitchFamily="2" charset="2"/>
                        </a:rPr>
                        <a:t>7</a:t>
                      </a:r>
                      <a:endParaRPr lang="en-US" sz="1500" baseline="-250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tc>
                  <a:txBody>
                    <a:bodyPr/>
                    <a:lstStyle/>
                    <a:p>
                      <a:endParaRPr lang="en-US" sz="15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
        <p:nvSpPr>
          <p:cNvPr id="2" name="TextBox 1"/>
          <p:cNvSpPr txBox="1"/>
          <p:nvPr/>
        </p:nvSpPr>
        <p:spPr>
          <a:xfrm>
            <a:off x="7175311" y="173753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6" name="TextBox 5"/>
          <p:cNvSpPr txBox="1"/>
          <p:nvPr/>
        </p:nvSpPr>
        <p:spPr>
          <a:xfrm>
            <a:off x="6080078" y="1700881"/>
            <a:ext cx="542500"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  r2</a:t>
            </a:r>
          </a:p>
        </p:txBody>
      </p:sp>
      <p:sp>
        <p:nvSpPr>
          <p:cNvPr id="8" name="TextBox 7"/>
          <p:cNvSpPr txBox="1"/>
          <p:nvPr/>
        </p:nvSpPr>
        <p:spPr>
          <a:xfrm>
            <a:off x="6095429" y="1988116"/>
            <a:ext cx="520323"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  r4</a:t>
            </a:r>
          </a:p>
        </p:txBody>
      </p:sp>
      <p:sp>
        <p:nvSpPr>
          <p:cNvPr id="9" name="TextBox 8"/>
          <p:cNvSpPr txBox="1"/>
          <p:nvPr/>
        </p:nvSpPr>
        <p:spPr>
          <a:xfrm>
            <a:off x="6093724" y="2310990"/>
            <a:ext cx="520323"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  r6</a:t>
            </a:r>
          </a:p>
        </p:txBody>
      </p:sp>
      <p:sp>
        <p:nvSpPr>
          <p:cNvPr id="10" name="TextBox 9"/>
          <p:cNvSpPr txBox="1"/>
          <p:nvPr/>
        </p:nvSpPr>
        <p:spPr>
          <a:xfrm>
            <a:off x="6277967" y="2628933"/>
            <a:ext cx="520323"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  r1</a:t>
            </a:r>
          </a:p>
        </p:txBody>
      </p:sp>
      <p:sp>
        <p:nvSpPr>
          <p:cNvPr id="11" name="TextBox 10"/>
          <p:cNvSpPr txBox="1"/>
          <p:nvPr/>
        </p:nvSpPr>
        <p:spPr>
          <a:xfrm>
            <a:off x="6351327" y="2914775"/>
            <a:ext cx="520323"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  r3</a:t>
            </a:r>
          </a:p>
        </p:txBody>
      </p:sp>
      <p:sp>
        <p:nvSpPr>
          <p:cNvPr id="12" name="TextBox 11"/>
          <p:cNvSpPr txBox="1"/>
          <p:nvPr/>
        </p:nvSpPr>
        <p:spPr>
          <a:xfrm>
            <a:off x="6362416" y="3232718"/>
            <a:ext cx="520323" cy="300082"/>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  r5</a:t>
            </a:r>
          </a:p>
        </p:txBody>
      </p:sp>
      <p:sp>
        <p:nvSpPr>
          <p:cNvPr id="13" name="TextBox 12"/>
          <p:cNvSpPr txBox="1"/>
          <p:nvPr/>
        </p:nvSpPr>
        <p:spPr>
          <a:xfrm>
            <a:off x="7175310" y="3232719"/>
            <a:ext cx="1842448" cy="507831"/>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Find the follow of </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E,  T and F</a:t>
            </a:r>
          </a:p>
        </p:txBody>
      </p:sp>
      <p:sp>
        <p:nvSpPr>
          <p:cNvPr id="14" name="TextBox 13"/>
          <p:cNvSpPr txBox="1"/>
          <p:nvPr/>
        </p:nvSpPr>
        <p:spPr>
          <a:xfrm>
            <a:off x="7175310" y="3831767"/>
            <a:ext cx="1842448" cy="715581"/>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sym typeface="Wingdings" panose="05000000000000000000" pitchFamily="2" charset="2"/>
              </a:rPr>
              <a:t>Follow(E) = {+,),$}</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Follow(T) = {*,+,),$}</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Follow(F) = {*,+,),$}</a:t>
            </a:r>
          </a:p>
        </p:txBody>
      </p:sp>
    </p:spTree>
    <p:extLst>
      <p:ext uri="{BB962C8B-B14F-4D97-AF65-F5344CB8AC3E}">
        <p14:creationId xmlns:p14="http://schemas.microsoft.com/office/powerpoint/2010/main" val="41367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9" grpId="0"/>
      <p:bldP spid="10" grpId="0"/>
      <p:bldP spid="11" grpId="0"/>
      <p:bldP spid="12" grpId="0"/>
      <p:bldP spid="13" grpId="0"/>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49</a:t>
            </a:fld>
            <a:endParaRPr lang="en-US" dirty="0"/>
          </a:p>
        </p:txBody>
      </p:sp>
      <p:graphicFrame>
        <p:nvGraphicFramePr>
          <p:cNvPr id="5" name="Table 4"/>
          <p:cNvGraphicFramePr>
            <a:graphicFrameLocks noGrp="1"/>
          </p:cNvGraphicFramePr>
          <p:nvPr/>
        </p:nvGraphicFramePr>
        <p:xfrm>
          <a:off x="0" y="1274168"/>
          <a:ext cx="9144000" cy="4230145"/>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325396">
                <a:tc rowSpan="2">
                  <a:txBody>
                    <a:bodyPr/>
                    <a:lstStyle/>
                    <a:p>
                      <a:pPr algn="ctr"/>
                      <a:endParaRPr lang="en-US" sz="1400" dirty="0">
                        <a:latin typeface="Times New Roman" pitchFamily="18" charset="0"/>
                        <a:cs typeface="Times New Roman" pitchFamily="18" charset="0"/>
                      </a:endParaRPr>
                    </a:p>
                  </a:txBody>
                  <a:tcPr marL="68580" marR="68580" marT="34290" marB="34290"/>
                </a:tc>
                <a:tc gridSpan="6">
                  <a:txBody>
                    <a:bodyPr/>
                    <a:lstStyle/>
                    <a:p>
                      <a:pPr algn="ctr"/>
                      <a:endParaRPr lang="en-US" sz="1400" dirty="0"/>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0671339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50</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9016534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51</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latin typeface="Times New Roman" pitchFamily="18" charset="0"/>
                          <a:cs typeface="Times New Roman" pitchFamily="18" charset="0"/>
                        </a:rPr>
                        <a:t>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7399447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52</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287362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53</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1857573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54</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rgbClr val="FF0000"/>
                          </a:solidFill>
                          <a:latin typeface="Times New Roman" pitchFamily="18" charset="0"/>
                          <a:cs typeface="Times New Roman" pitchFamily="18" charset="0"/>
                        </a:rPr>
                        <a:t>id</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rgbClr val="FF0000"/>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724652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55</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rgbClr val="FF0000"/>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2029747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56</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rgbClr val="FF0000"/>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691875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57</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rgbClr val="FF0000"/>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rgbClr val="FF0000"/>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8308171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58</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rgbClr val="FF0000"/>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125751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59</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rgbClr val="FF0000"/>
                          </a:solidFill>
                          <a:latin typeface="Times New Roman" pitchFamily="18" charset="0"/>
                          <a:cs typeface="Times New Roman" pitchFamily="18" charset="0"/>
                        </a:rPr>
                        <a:t>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5537828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60</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rgbClr val="FF0000"/>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rgbClr val="FF0000"/>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311105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61</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rgbClr val="FF0000"/>
                          </a:solidFill>
                          <a:latin typeface="Times New Roman" pitchFamily="18" charset="0"/>
                          <a:cs typeface="Times New Roman" pitchFamily="18" charset="0"/>
                        </a:rPr>
                        <a:t>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54545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62</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rgbClr val="FF0000"/>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rgbClr val="FF0000"/>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latin typeface="Times New Roman" pitchFamily="18" charset="0"/>
                          <a:cs typeface="Times New Roman" pitchFamily="18" charset="0"/>
                        </a:rPr>
                        <a:t>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9258145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63</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rgbClr val="FF0000"/>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rgbClr val="FF0000"/>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17735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64</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rgbClr val="FF0000"/>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960442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65</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solidFill>
                            <a:srgbClr val="FF0000"/>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4423246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66</a:t>
            </a:fld>
            <a:endParaRPr lang="en-US" dirty="0"/>
          </a:p>
        </p:txBody>
      </p:sp>
      <p:graphicFrame>
        <p:nvGraphicFramePr>
          <p:cNvPr id="5" name="Table 4"/>
          <p:cNvGraphicFramePr>
            <a:graphicFrameLocks noGrp="1"/>
          </p:cNvGraphicFramePr>
          <p:nvPr/>
        </p:nvGraphicFramePr>
        <p:xfrm>
          <a:off x="81885" y="1274167"/>
          <a:ext cx="9010935" cy="4555541"/>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25396">
                <a:tc>
                  <a:txBody>
                    <a:bodyPr/>
                    <a:lstStyle/>
                    <a:p>
                      <a:pPr algn="ctr"/>
                      <a:r>
                        <a:rPr lang="en-US" sz="1400" dirty="0">
                          <a:solidFill>
                            <a:srgbClr val="FF0000"/>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200243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67</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rgbClr val="FF0000"/>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6733370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68</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E</a:t>
                      </a:r>
                    </a:p>
                  </a:txBody>
                  <a:tcPr marL="68580" marR="68580" marT="34290" marB="34290"/>
                </a:tc>
                <a:tc>
                  <a:txBody>
                    <a:bodyPr/>
                    <a:lstStyle/>
                    <a:p>
                      <a:pPr algn="ctr"/>
                      <a:r>
                        <a:rPr lang="en-US" sz="1400" dirty="0">
                          <a:latin typeface="Times New Roman" pitchFamily="18" charset="0"/>
                          <a:cs typeface="Times New Roman" pitchFamily="18" charset="0"/>
                        </a:rPr>
                        <a:t>T</a:t>
                      </a:r>
                    </a:p>
                  </a:txBody>
                  <a:tcPr marL="68580" marR="68580" marT="34290" marB="34290"/>
                </a:tc>
                <a:tc>
                  <a:txBody>
                    <a:bodyPr/>
                    <a:lstStyle/>
                    <a:p>
                      <a:pPr algn="ctr"/>
                      <a:r>
                        <a:rPr lang="en-US" sz="1400" dirty="0">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8225732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69</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rgbClr val="FF0000"/>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8141827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70</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rgbClr val="FF0000"/>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818429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71</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rgbClr val="FF0000"/>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253926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72</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rgbClr val="FF0000"/>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160843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73</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rgbClr val="FF0000"/>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5780429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74</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7855423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75</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6054442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76</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rgbClr val="FF0000"/>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9279517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77</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rgbClr val="FF0000"/>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8192415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78</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rgbClr val="FF0000"/>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7314956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79</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rgbClr val="FF0000"/>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2007986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80</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rgbClr val="FF0000"/>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800989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81</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rgbClr val="FF0000"/>
                          </a:solidFill>
                          <a:latin typeface="Times New Roman" pitchFamily="18" charset="0"/>
                          <a:cs typeface="Times New Roman" pitchFamily="18" charset="0"/>
                        </a:rPr>
                        <a:t>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6624040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82</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rgbClr val="FF0000"/>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3700471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83</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rgbClr val="FF0000"/>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9136636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84</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rgbClr val="FF0000"/>
                          </a:solidFill>
                          <a:latin typeface="Times New Roman" pitchFamily="18" charset="0"/>
                          <a:cs typeface="Times New Roman" pitchFamily="18" charset="0"/>
                        </a:rPr>
                        <a:t>9</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7555730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85</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rgbClr val="FF0000"/>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6080752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86</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solidFill>
                            <a:srgbClr val="FF0000"/>
                          </a:solidFill>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7654977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87</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solidFill>
                            <a:srgbClr val="FF0000"/>
                          </a:solidFill>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0464818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88</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solidFill>
                            <a:schemeClr val="tx1"/>
                          </a:solidFill>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solidFill>
                            <a:srgbClr val="FF0000"/>
                          </a:solidFill>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318924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89</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rgbClr val="FF0000"/>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solidFill>
                            <a:schemeClr val="tx1"/>
                          </a:solidFill>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solidFill>
                            <a:srgbClr val="FF0000"/>
                          </a:solidFill>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80325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90</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solidFill>
                            <a:schemeClr val="tx1"/>
                          </a:solidFill>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solidFill>
                            <a:schemeClr val="tx1"/>
                          </a:solidFill>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6566184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2031917" cy="380399"/>
          </a:xfrm>
        </p:spPr>
        <p:txBody>
          <a:bodyPr>
            <a:normAutofit fontScale="92500"/>
          </a:bodyPr>
          <a:lstStyle/>
          <a:p>
            <a:r>
              <a:rPr lang="en-US" sz="1500" dirty="0">
                <a:latin typeface="Times New Roman" pitchFamily="18" charset="0"/>
                <a:cs typeface="Times New Roman" pitchFamily="18" charset="0"/>
              </a:rPr>
              <a:t>Step- 5: Parsing Table</a:t>
            </a:r>
          </a:p>
        </p:txBody>
      </p:sp>
      <p:sp>
        <p:nvSpPr>
          <p:cNvPr id="4" name="Slide Number Placeholder 3"/>
          <p:cNvSpPr>
            <a:spLocks noGrp="1"/>
          </p:cNvSpPr>
          <p:nvPr>
            <p:ph type="sldNum" sz="quarter" idx="12"/>
          </p:nvPr>
        </p:nvSpPr>
        <p:spPr/>
        <p:txBody>
          <a:bodyPr/>
          <a:lstStyle/>
          <a:p>
            <a:fld id="{B8B52F9D-109B-4FE1-A15C-71D504CF7A83}" type="slidenum">
              <a:rPr lang="en-US" smtClean="0"/>
              <a:t>91</a:t>
            </a:fld>
            <a:endParaRPr lang="en-US" dirty="0"/>
          </a:p>
        </p:txBody>
      </p:sp>
      <p:graphicFrame>
        <p:nvGraphicFramePr>
          <p:cNvPr id="5" name="Table 4"/>
          <p:cNvGraphicFramePr>
            <a:graphicFrameLocks noGrp="1"/>
          </p:cNvGraphicFramePr>
          <p:nvPr/>
        </p:nvGraphicFramePr>
        <p:xfrm>
          <a:off x="81885" y="1274168"/>
          <a:ext cx="9010935" cy="4602419"/>
        </p:xfrm>
        <a:graphic>
          <a:graphicData uri="http://schemas.openxmlformats.org/drawingml/2006/table">
            <a:tbl>
              <a:tblPr firstRow="1" bandRow="1">
                <a:tableStyleId>{5C22544A-7EE6-4342-B048-85BDC9FD1C3A}</a:tableStyleId>
              </a:tblPr>
              <a:tblGrid>
                <a:gridCol w="901094">
                  <a:extLst>
                    <a:ext uri="{9D8B030D-6E8A-4147-A177-3AD203B41FA5}">
                      <a16:colId xmlns:a16="http://schemas.microsoft.com/office/drawing/2014/main" val="20000"/>
                    </a:ext>
                  </a:extLst>
                </a:gridCol>
                <a:gridCol w="901094">
                  <a:extLst>
                    <a:ext uri="{9D8B030D-6E8A-4147-A177-3AD203B41FA5}">
                      <a16:colId xmlns:a16="http://schemas.microsoft.com/office/drawing/2014/main" val="20001"/>
                    </a:ext>
                  </a:extLst>
                </a:gridCol>
                <a:gridCol w="901094">
                  <a:extLst>
                    <a:ext uri="{9D8B030D-6E8A-4147-A177-3AD203B41FA5}">
                      <a16:colId xmlns:a16="http://schemas.microsoft.com/office/drawing/2014/main" val="20002"/>
                    </a:ext>
                  </a:extLst>
                </a:gridCol>
                <a:gridCol w="901094">
                  <a:extLst>
                    <a:ext uri="{9D8B030D-6E8A-4147-A177-3AD203B41FA5}">
                      <a16:colId xmlns:a16="http://schemas.microsoft.com/office/drawing/2014/main" val="20003"/>
                    </a:ext>
                  </a:extLst>
                </a:gridCol>
                <a:gridCol w="901094">
                  <a:extLst>
                    <a:ext uri="{9D8B030D-6E8A-4147-A177-3AD203B41FA5}">
                      <a16:colId xmlns:a16="http://schemas.microsoft.com/office/drawing/2014/main" val="20004"/>
                    </a:ext>
                  </a:extLst>
                </a:gridCol>
                <a:gridCol w="901094">
                  <a:extLst>
                    <a:ext uri="{9D8B030D-6E8A-4147-A177-3AD203B41FA5}">
                      <a16:colId xmlns:a16="http://schemas.microsoft.com/office/drawing/2014/main" val="20005"/>
                    </a:ext>
                  </a:extLst>
                </a:gridCol>
                <a:gridCol w="901094">
                  <a:extLst>
                    <a:ext uri="{9D8B030D-6E8A-4147-A177-3AD203B41FA5}">
                      <a16:colId xmlns:a16="http://schemas.microsoft.com/office/drawing/2014/main" val="20006"/>
                    </a:ext>
                  </a:extLst>
                </a:gridCol>
                <a:gridCol w="901094">
                  <a:extLst>
                    <a:ext uri="{9D8B030D-6E8A-4147-A177-3AD203B41FA5}">
                      <a16:colId xmlns:a16="http://schemas.microsoft.com/office/drawing/2014/main" val="20007"/>
                    </a:ext>
                  </a:extLst>
                </a:gridCol>
                <a:gridCol w="901094">
                  <a:extLst>
                    <a:ext uri="{9D8B030D-6E8A-4147-A177-3AD203B41FA5}">
                      <a16:colId xmlns:a16="http://schemas.microsoft.com/office/drawing/2014/main" val="20008"/>
                    </a:ext>
                  </a:extLst>
                </a:gridCol>
                <a:gridCol w="901094">
                  <a:extLst>
                    <a:ext uri="{9D8B030D-6E8A-4147-A177-3AD203B41FA5}">
                      <a16:colId xmlns:a16="http://schemas.microsoft.com/office/drawing/2014/main" val="20009"/>
                    </a:ext>
                  </a:extLst>
                </a:gridCol>
              </a:tblGrid>
              <a:tr h="325396">
                <a:tc rowSpan="2">
                  <a:txBody>
                    <a:bodyPr/>
                    <a:lstStyle/>
                    <a:p>
                      <a:pPr algn="ctr"/>
                      <a:r>
                        <a:rPr lang="en-US" sz="1400" dirty="0">
                          <a:latin typeface="Times New Roman" pitchFamily="18" charset="0"/>
                          <a:cs typeface="Times New Roman" pitchFamily="18" charset="0"/>
                        </a:rPr>
                        <a:t>States</a:t>
                      </a:r>
                    </a:p>
                  </a:txBody>
                  <a:tcPr marL="68580" marR="68580" marT="34290" marB="34290"/>
                </a:tc>
                <a:tc gridSpan="6">
                  <a:txBody>
                    <a:bodyPr/>
                    <a:lstStyle/>
                    <a:p>
                      <a:pPr algn="ctr"/>
                      <a:r>
                        <a:rPr lang="en-US" sz="1400" dirty="0"/>
                        <a:t>Action</a:t>
                      </a:r>
                    </a:p>
                  </a:txBody>
                  <a:tcPr marL="68580" marR="68580" marT="34290" marB="34290"/>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3">
                  <a:txBody>
                    <a:bodyPr/>
                    <a:lstStyle/>
                    <a:p>
                      <a:pPr algn="ctr"/>
                      <a:r>
                        <a:rPr lang="en-US" sz="1400" dirty="0" err="1"/>
                        <a:t>Goto</a:t>
                      </a:r>
                      <a:endParaRPr lang="en-US" sz="1400" dirty="0"/>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396">
                <a:tc vMerge="1">
                  <a:txBody>
                    <a:bodyPr/>
                    <a:lstStyle/>
                    <a:p>
                      <a:endParaRPr lang="en-US" dirty="0"/>
                    </a:p>
                  </a:txBody>
                  <a:tcPr/>
                </a:tc>
                <a:tc>
                  <a:txBody>
                    <a:bodyPr/>
                    <a:lstStyle/>
                    <a:p>
                      <a:pPr algn="ctr"/>
                      <a:r>
                        <a:rPr lang="en-US" sz="1400" dirty="0">
                          <a:solidFill>
                            <a:schemeClr val="tx1"/>
                          </a:solidFill>
                          <a:latin typeface="Times New Roman" pitchFamily="18" charset="0"/>
                          <a:cs typeface="Times New Roman" pitchFamily="18" charset="0"/>
                        </a:rPr>
                        <a:t>id</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E</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T</a:t>
                      </a:r>
                    </a:p>
                  </a:txBody>
                  <a:tcPr marL="68580" marR="68580" marT="34290" marB="34290"/>
                </a:tc>
                <a:tc>
                  <a:txBody>
                    <a:bodyPr/>
                    <a:lstStyle/>
                    <a:p>
                      <a:pPr algn="ctr"/>
                      <a:r>
                        <a:rPr lang="en-US" sz="1400" dirty="0">
                          <a:solidFill>
                            <a:schemeClr val="tx1"/>
                          </a:solidFill>
                          <a:latin typeface="Times New Roman" pitchFamily="18" charset="0"/>
                          <a:cs typeface="Times New Roman" pitchFamily="18" charset="0"/>
                        </a:rPr>
                        <a:t>F</a:t>
                      </a:r>
                    </a:p>
                  </a:txBody>
                  <a:tcPr marL="68580" marR="68580" marT="34290" marB="34290"/>
                </a:tc>
                <a:extLst>
                  <a:ext uri="{0D108BD9-81ED-4DB2-BD59-A6C34878D82A}">
                    <a16:rowId xmlns:a16="http://schemas.microsoft.com/office/drawing/2014/main" val="10001"/>
                  </a:ext>
                </a:extLst>
              </a:tr>
              <a:tr h="325396">
                <a:tc>
                  <a:txBody>
                    <a:bodyPr/>
                    <a:lstStyle/>
                    <a:p>
                      <a:pPr algn="ctr"/>
                      <a:r>
                        <a:rPr lang="en-US" sz="1400" dirty="0">
                          <a:solidFill>
                            <a:schemeClr val="tx1"/>
                          </a:solidFill>
                          <a:latin typeface="Times New Roman" pitchFamily="18" charset="0"/>
                          <a:cs typeface="Times New Roman" pitchFamily="18" charset="0"/>
                        </a:rPr>
                        <a:t>0</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2"/>
                  </a:ext>
                </a:extLst>
              </a:tr>
              <a:tr h="325396">
                <a:tc>
                  <a:txBody>
                    <a:bodyPr/>
                    <a:lstStyle/>
                    <a:p>
                      <a:pPr algn="ctr"/>
                      <a:r>
                        <a:rPr lang="en-US" sz="1400" dirty="0">
                          <a:solidFill>
                            <a:schemeClr val="tx1"/>
                          </a:solidFill>
                          <a:latin typeface="Times New Roman" pitchFamily="18" charset="0"/>
                          <a:cs typeface="Times New Roman" pitchFamily="18" charset="0"/>
                        </a:rPr>
                        <a:t>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b="1" dirty="0">
                          <a:solidFill>
                            <a:srgbClr val="0070C0"/>
                          </a:solidFill>
                          <a:latin typeface="Times New Roman" pitchFamily="18" charset="0"/>
                          <a:cs typeface="Times New Roman" pitchFamily="18" charset="0"/>
                        </a:rPr>
                        <a:t>accept</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25396">
                <a:tc>
                  <a:txBody>
                    <a:bodyPr/>
                    <a:lstStyle/>
                    <a:p>
                      <a:pPr algn="ctr"/>
                      <a:r>
                        <a:rPr lang="en-US" sz="1400" dirty="0">
                          <a:solidFill>
                            <a:schemeClr val="tx1"/>
                          </a:solidFill>
                          <a:latin typeface="Times New Roman" pitchFamily="18" charset="0"/>
                          <a:cs typeface="Times New Roman" pitchFamily="18" charset="0"/>
                        </a:rPr>
                        <a:t>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25396">
                <a:tc>
                  <a:txBody>
                    <a:bodyPr/>
                    <a:lstStyle/>
                    <a:p>
                      <a:pPr algn="ctr"/>
                      <a:r>
                        <a:rPr lang="en-US" sz="1400" dirty="0">
                          <a:solidFill>
                            <a:schemeClr val="tx1"/>
                          </a:solidFill>
                          <a:latin typeface="Times New Roman" pitchFamily="18" charset="0"/>
                          <a:cs typeface="Times New Roman" pitchFamily="18" charset="0"/>
                        </a:rPr>
                        <a:t>3</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r>
                        <a:rPr lang="en-US" sz="1400" dirty="0">
                          <a:latin typeface="Times New Roman" pitchFamily="18" charset="0"/>
                          <a:cs typeface="Times New Roman" pitchFamily="18" charset="0"/>
                        </a:rPr>
                        <a:t>r4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25396">
                <a:tc>
                  <a:txBody>
                    <a:bodyPr/>
                    <a:lstStyle/>
                    <a:p>
                      <a:pPr algn="ctr"/>
                      <a:r>
                        <a:rPr lang="en-US" sz="1400" dirty="0">
                          <a:solidFill>
                            <a:schemeClr val="tx1"/>
                          </a:solidFill>
                          <a:latin typeface="Times New Roman" pitchFamily="18" charset="0"/>
                          <a:cs typeface="Times New Roman" pitchFamily="18" charset="0"/>
                        </a:rPr>
                        <a:t>4</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8</a:t>
                      </a:r>
                    </a:p>
                  </a:txBody>
                  <a:tcPr marL="68580" marR="68580" marT="34290" marB="34290"/>
                </a:tc>
                <a:tc>
                  <a:txBody>
                    <a:bodyPr/>
                    <a:lstStyle/>
                    <a:p>
                      <a:pPr algn="ctr"/>
                      <a:r>
                        <a:rPr lang="en-US" sz="1400" dirty="0">
                          <a:latin typeface="Times New Roman" pitchFamily="18" charset="0"/>
                          <a:cs typeface="Times New Roman" pitchFamily="18" charset="0"/>
                        </a:rPr>
                        <a:t>2</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6"/>
                  </a:ext>
                </a:extLst>
              </a:tr>
              <a:tr h="325396">
                <a:tc>
                  <a:txBody>
                    <a:bodyPr/>
                    <a:lstStyle/>
                    <a:p>
                      <a:pPr algn="ctr"/>
                      <a:r>
                        <a:rPr lang="en-US" sz="1400" dirty="0">
                          <a:solidFill>
                            <a:schemeClr val="tx1"/>
                          </a:solidFill>
                          <a:latin typeface="Times New Roman" pitchFamily="18" charset="0"/>
                          <a:cs typeface="Times New Roman" pitchFamily="18" charset="0"/>
                        </a:rPr>
                        <a:t>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r>
                        <a:rPr lang="en-US" sz="1400" dirty="0">
                          <a:latin typeface="Times New Roman" pitchFamily="18" charset="0"/>
                          <a:cs typeface="Times New Roman" pitchFamily="18" charset="0"/>
                        </a:rPr>
                        <a:t>r6</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25396">
                <a:tc>
                  <a:txBody>
                    <a:bodyPr/>
                    <a:lstStyle/>
                    <a:p>
                      <a:pPr algn="ctr"/>
                      <a:r>
                        <a:rPr lang="en-US" sz="1400" dirty="0">
                          <a:solidFill>
                            <a:schemeClr val="tx1"/>
                          </a:solidFill>
                          <a:latin typeface="Times New Roman" pitchFamily="18" charset="0"/>
                          <a:cs typeface="Times New Roman" pitchFamily="18" charset="0"/>
                        </a:rPr>
                        <a:t>6</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9</a:t>
                      </a:r>
                    </a:p>
                  </a:txBody>
                  <a:tcPr marL="68580" marR="68580" marT="34290" marB="34290"/>
                </a:tc>
                <a:tc>
                  <a:txBody>
                    <a:bodyPr/>
                    <a:lstStyle/>
                    <a:p>
                      <a:pPr algn="ctr"/>
                      <a:r>
                        <a:rPr lang="en-US" sz="1400" dirty="0">
                          <a:latin typeface="Times New Roman" pitchFamily="18" charset="0"/>
                          <a:cs typeface="Times New Roman" pitchFamily="18" charset="0"/>
                        </a:rPr>
                        <a:t>3</a:t>
                      </a:r>
                    </a:p>
                  </a:txBody>
                  <a:tcPr marL="68580" marR="68580" marT="34290" marB="34290"/>
                </a:tc>
                <a:extLst>
                  <a:ext uri="{0D108BD9-81ED-4DB2-BD59-A6C34878D82A}">
                    <a16:rowId xmlns:a16="http://schemas.microsoft.com/office/drawing/2014/main" val="10008"/>
                  </a:ext>
                </a:extLst>
              </a:tr>
              <a:tr h="325396">
                <a:tc>
                  <a:txBody>
                    <a:bodyPr/>
                    <a:lstStyle/>
                    <a:p>
                      <a:pPr algn="ctr"/>
                      <a:r>
                        <a:rPr lang="en-US" sz="1400" dirty="0">
                          <a:solidFill>
                            <a:schemeClr val="tx1"/>
                          </a:solidFill>
                          <a:latin typeface="Times New Roman" pitchFamily="18" charset="0"/>
                          <a:cs typeface="Times New Roman" pitchFamily="18" charset="0"/>
                        </a:rPr>
                        <a:t>7</a:t>
                      </a:r>
                    </a:p>
                  </a:txBody>
                  <a:tcPr marL="68580" marR="68580" marT="34290" marB="34290"/>
                </a:tc>
                <a:tc>
                  <a:txBody>
                    <a:bodyPr/>
                    <a:lstStyle/>
                    <a:p>
                      <a:pPr algn="ctr"/>
                      <a:r>
                        <a:rPr lang="en-US" sz="1400" dirty="0">
                          <a:latin typeface="Times New Roman" pitchFamily="18" charset="0"/>
                          <a:cs typeface="Times New Roman" pitchFamily="18" charset="0"/>
                        </a:rPr>
                        <a:t>S5</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S4</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10</a:t>
                      </a:r>
                    </a:p>
                  </a:txBody>
                  <a:tcPr marL="68580" marR="68580" marT="34290" marB="34290"/>
                </a:tc>
                <a:extLst>
                  <a:ext uri="{0D108BD9-81ED-4DB2-BD59-A6C34878D82A}">
                    <a16:rowId xmlns:a16="http://schemas.microsoft.com/office/drawing/2014/main" val="10009"/>
                  </a:ext>
                </a:extLst>
              </a:tr>
              <a:tr h="372275">
                <a:tc>
                  <a:txBody>
                    <a:bodyPr/>
                    <a:lstStyle/>
                    <a:p>
                      <a:pPr algn="ctr"/>
                      <a:r>
                        <a:rPr lang="en-US" sz="1400" dirty="0">
                          <a:solidFill>
                            <a:schemeClr val="tx1"/>
                          </a:solidFill>
                          <a:latin typeface="Times New Roman" pitchFamily="18" charset="0"/>
                          <a:cs typeface="Times New Roman" pitchFamily="18" charset="0"/>
                        </a:rPr>
                        <a:t>8</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S6</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S11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25396">
                <a:tc>
                  <a:txBody>
                    <a:bodyPr/>
                    <a:lstStyle/>
                    <a:p>
                      <a:pPr algn="ctr"/>
                      <a:r>
                        <a:rPr lang="en-US" sz="1400" dirty="0">
                          <a:solidFill>
                            <a:schemeClr val="tx1"/>
                          </a:solidFill>
                          <a:latin typeface="Times New Roman" pitchFamily="18" charset="0"/>
                          <a:cs typeface="Times New Roman" pitchFamily="18" charset="0"/>
                        </a:rPr>
                        <a:t>9</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S7</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r>
                        <a:rPr lang="en-US" sz="1400" dirty="0">
                          <a:latin typeface="Times New Roman" pitchFamily="18" charset="0"/>
                          <a:cs typeface="Times New Roman" pitchFamily="18" charset="0"/>
                        </a:rPr>
                        <a:t>r1</a:t>
                      </a: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25396">
                <a:tc>
                  <a:txBody>
                    <a:bodyPr/>
                    <a:lstStyle/>
                    <a:p>
                      <a:pPr algn="ctr"/>
                      <a:r>
                        <a:rPr lang="en-US" sz="1400" dirty="0">
                          <a:solidFill>
                            <a:schemeClr val="tx1"/>
                          </a:solidFill>
                          <a:latin typeface="Times New Roman" pitchFamily="18" charset="0"/>
                          <a:cs typeface="Times New Roman" pitchFamily="18" charset="0"/>
                        </a:rPr>
                        <a:t>10</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r2</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r>
                        <a:rPr lang="en-US" sz="1400" dirty="0">
                          <a:latin typeface="Times New Roman" pitchFamily="18" charset="0"/>
                          <a:cs typeface="Times New Roman" pitchFamily="18" charset="0"/>
                        </a:rPr>
                        <a:t>r3</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25396">
                <a:tc>
                  <a:txBody>
                    <a:bodyPr/>
                    <a:lstStyle/>
                    <a:p>
                      <a:pPr algn="ctr"/>
                      <a:r>
                        <a:rPr lang="en-US" sz="1400" dirty="0">
                          <a:solidFill>
                            <a:schemeClr val="tx1"/>
                          </a:solidFill>
                          <a:latin typeface="Times New Roman" pitchFamily="18" charset="0"/>
                          <a:cs typeface="Times New Roman" pitchFamily="18" charset="0"/>
                        </a:rPr>
                        <a:t>11</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r>
                        <a:rPr lang="en-US" sz="1400" dirty="0">
                          <a:latin typeface="Times New Roman" pitchFamily="18" charset="0"/>
                          <a:cs typeface="Times New Roman" pitchFamily="18" charset="0"/>
                        </a:rPr>
                        <a:t>r5</a:t>
                      </a: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tc>
                  <a:txBody>
                    <a:bodyPr/>
                    <a:lstStyle/>
                    <a:p>
                      <a:pPr algn="ct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612789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92</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128714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Tree>
    <p:extLst>
      <p:ext uri="{BB962C8B-B14F-4D97-AF65-F5344CB8AC3E}">
        <p14:creationId xmlns:p14="http://schemas.microsoft.com/office/powerpoint/2010/main" val="38052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93</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128714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Tree>
    <p:extLst>
      <p:ext uri="{BB962C8B-B14F-4D97-AF65-F5344CB8AC3E}">
        <p14:creationId xmlns:p14="http://schemas.microsoft.com/office/powerpoint/2010/main" val="25188548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94</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128714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Tree>
    <p:extLst>
      <p:ext uri="{BB962C8B-B14F-4D97-AF65-F5344CB8AC3E}">
        <p14:creationId xmlns:p14="http://schemas.microsoft.com/office/powerpoint/2010/main" val="34545638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95</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128714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2" name="Rectangle 1"/>
          <p:cNvSpPr/>
          <p:nvPr/>
        </p:nvSpPr>
        <p:spPr>
          <a:xfrm>
            <a:off x="7328848" y="2703483"/>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Tree>
    <p:extLst>
      <p:ext uri="{BB962C8B-B14F-4D97-AF65-F5344CB8AC3E}">
        <p14:creationId xmlns:p14="http://schemas.microsoft.com/office/powerpoint/2010/main" val="125922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96</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0id5</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128714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9" name="Rectangle 8"/>
          <p:cNvSpPr/>
          <p:nvPr/>
        </p:nvSpPr>
        <p:spPr>
          <a:xfrm>
            <a:off x="7328848" y="2703483"/>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Tree>
    <p:extLst>
      <p:ext uri="{BB962C8B-B14F-4D97-AF65-F5344CB8AC3E}">
        <p14:creationId xmlns:p14="http://schemas.microsoft.com/office/powerpoint/2010/main" val="590041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97</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0id5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08414"/>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28848" y="2212155"/>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Tree>
    <p:extLst>
      <p:ext uri="{BB962C8B-B14F-4D97-AF65-F5344CB8AC3E}">
        <p14:creationId xmlns:p14="http://schemas.microsoft.com/office/powerpoint/2010/main" val="680946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98</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0id5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2888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242863"/>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9" name="Rectangle 8"/>
          <p:cNvSpPr/>
          <p:nvPr/>
        </p:nvSpPr>
        <p:spPr>
          <a:xfrm>
            <a:off x="7330552" y="3481135"/>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Tree>
    <p:extLst>
      <p:ext uri="{BB962C8B-B14F-4D97-AF65-F5344CB8AC3E}">
        <p14:creationId xmlns:p14="http://schemas.microsoft.com/office/powerpoint/2010/main" val="1225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8754992" y="5726430"/>
            <a:ext cx="274320" cy="274320"/>
          </a:xfrm>
        </p:spPr>
        <p:txBody>
          <a:bodyPr/>
          <a:lstStyle/>
          <a:p>
            <a:fld id="{B8B52F9D-109B-4FE1-A15C-71D504CF7A83}" type="slidenum">
              <a:rPr lang="en-US" smtClean="0"/>
              <a:t>99</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1287146"/>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570415"/>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81135"/>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Tree>
    <p:extLst>
      <p:ext uri="{BB962C8B-B14F-4D97-AF65-F5344CB8AC3E}">
        <p14:creationId xmlns:p14="http://schemas.microsoft.com/office/powerpoint/2010/main" val="27689885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100</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19719"/>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Tree>
    <p:extLst>
      <p:ext uri="{BB962C8B-B14F-4D97-AF65-F5344CB8AC3E}">
        <p14:creationId xmlns:p14="http://schemas.microsoft.com/office/powerpoint/2010/main" val="24457845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101</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0F</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58146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102</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0F3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1934817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103</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0F3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3132757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104</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4997920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105</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001629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106</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a:t>
                      </a: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39711528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107</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5824631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108</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2960853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109</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41711469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110</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3754753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111</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0T2*7id5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23006691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112</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0T2*7id5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03708808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113</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65117803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114</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0T2*7F</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079654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115</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0T2*7F10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80674975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116</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0T2*7F10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946736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117</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9115508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118</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0T</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96617345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119</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89943581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120</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4763582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121</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6090573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122</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a:t>
                      </a: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335349175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123</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7466040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124</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52355590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125</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9394572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126</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97794954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127</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0E1+6id5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3455040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128</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0E1+6id5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7015870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129</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323851910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130</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0E1+6F</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46996584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131</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0E1+6F3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5743897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132</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0E1+6F3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1804279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133</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5653483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134</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0E1+6T</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8985081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135</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0E1+6T9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63022443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136</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0E1+6T9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r1----</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E +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41386073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137</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E</a:t>
                      </a:r>
                      <a:r>
                        <a:rPr lang="en-US" sz="1400" dirty="0">
                          <a:solidFill>
                            <a:srgbClr val="00B0F0"/>
                          </a:solidFill>
                          <a:latin typeface="Times New Roman" pitchFamily="18" charset="0"/>
                          <a:cs typeface="Times New Roman" pitchFamily="18" charset="0"/>
                        </a:rPr>
                        <a:t>1</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6</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r1----</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E +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a:latin typeface="Times New Roman" pitchFamily="18" charset="0"/>
                        <a:cs typeface="Times New Roman" pitchFamily="18" charset="0"/>
                      </a:endParaRP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293180163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138</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E</a:t>
                      </a:r>
                      <a:r>
                        <a:rPr lang="en-US" sz="1400" dirty="0">
                          <a:solidFill>
                            <a:srgbClr val="00B0F0"/>
                          </a:solidFill>
                          <a:latin typeface="Times New Roman" pitchFamily="18" charset="0"/>
                          <a:cs typeface="Times New Roman" pitchFamily="18" charset="0"/>
                        </a:rPr>
                        <a:t>1</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6</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r1----</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E +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r>
                        <a:rPr lang="en-US" sz="1400" dirty="0">
                          <a:latin typeface="Times New Roman" pitchFamily="18" charset="0"/>
                          <a:cs typeface="Times New Roman" pitchFamily="18" charset="0"/>
                        </a:rPr>
                        <a:t>0E</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359350560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139</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E</a:t>
                      </a:r>
                      <a:r>
                        <a:rPr lang="en-US" sz="1400" dirty="0">
                          <a:solidFill>
                            <a:srgbClr val="00B0F0"/>
                          </a:solidFill>
                          <a:latin typeface="Times New Roman" pitchFamily="18" charset="0"/>
                          <a:cs typeface="Times New Roman" pitchFamily="18" charset="0"/>
                        </a:rPr>
                        <a:t>1</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6</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r1----</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E +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29973862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140</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E</a:t>
                      </a:r>
                      <a:r>
                        <a:rPr lang="en-US" sz="1400" dirty="0">
                          <a:solidFill>
                            <a:srgbClr val="00B0F0"/>
                          </a:solidFill>
                          <a:latin typeface="Times New Roman" pitchFamily="18" charset="0"/>
                          <a:cs typeface="Times New Roman" pitchFamily="18" charset="0"/>
                        </a:rPr>
                        <a:t>1</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6</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r1----</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E +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335450063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96934" y="857250"/>
            <a:ext cx="2369798" cy="344999"/>
          </a:xfrm>
        </p:spPr>
        <p:txBody>
          <a:bodyPr>
            <a:noAutofit/>
          </a:bodyPr>
          <a:lstStyle/>
          <a:p>
            <a:r>
              <a:rPr lang="en-US" sz="1800" dirty="0">
                <a:latin typeface="Times New Roman" pitchFamily="18" charset="0"/>
                <a:cs typeface="Times New Roman" pitchFamily="18" charset="0"/>
              </a:rPr>
              <a:t>Stack Implementation</a:t>
            </a:r>
          </a:p>
        </p:txBody>
      </p:sp>
      <p:sp>
        <p:nvSpPr>
          <p:cNvPr id="4" name="Slide Number Placeholder 3"/>
          <p:cNvSpPr>
            <a:spLocks noGrp="1"/>
          </p:cNvSpPr>
          <p:nvPr>
            <p:ph type="sldNum" sz="quarter" idx="12"/>
          </p:nvPr>
        </p:nvSpPr>
        <p:spPr>
          <a:xfrm>
            <a:off x="0" y="918650"/>
            <a:ext cx="274320" cy="274320"/>
          </a:xfrm>
        </p:spPr>
        <p:txBody>
          <a:bodyPr/>
          <a:lstStyle/>
          <a:p>
            <a:fld id="{B8B52F9D-109B-4FE1-A15C-71D504CF7A83}" type="slidenum">
              <a:rPr lang="en-US" smtClean="0"/>
              <a:t>141</a:t>
            </a:fld>
            <a:endParaRPr lang="en-US"/>
          </a:p>
        </p:txBody>
      </p:sp>
      <p:graphicFrame>
        <p:nvGraphicFramePr>
          <p:cNvPr id="6" name="Table 5"/>
          <p:cNvGraphicFramePr>
            <a:graphicFrameLocks noGrp="1"/>
          </p:cNvGraphicFramePr>
          <p:nvPr/>
        </p:nvGraphicFramePr>
        <p:xfrm>
          <a:off x="0" y="1253698"/>
          <a:ext cx="7277670" cy="4660043"/>
        </p:xfrm>
        <a:graphic>
          <a:graphicData uri="http://schemas.openxmlformats.org/drawingml/2006/table">
            <a:tbl>
              <a:tblPr firstRow="1" bandRow="1">
                <a:tableStyleId>{5C22544A-7EE6-4342-B048-85BDC9FD1C3A}</a:tableStyleId>
              </a:tblPr>
              <a:tblGrid>
                <a:gridCol w="2425890">
                  <a:extLst>
                    <a:ext uri="{9D8B030D-6E8A-4147-A177-3AD203B41FA5}">
                      <a16:colId xmlns:a16="http://schemas.microsoft.com/office/drawing/2014/main" val="20000"/>
                    </a:ext>
                  </a:extLst>
                </a:gridCol>
                <a:gridCol w="2425890">
                  <a:extLst>
                    <a:ext uri="{9D8B030D-6E8A-4147-A177-3AD203B41FA5}">
                      <a16:colId xmlns:a16="http://schemas.microsoft.com/office/drawing/2014/main" val="20001"/>
                    </a:ext>
                  </a:extLst>
                </a:gridCol>
                <a:gridCol w="2425890">
                  <a:extLst>
                    <a:ext uri="{9D8B030D-6E8A-4147-A177-3AD203B41FA5}">
                      <a16:colId xmlns:a16="http://schemas.microsoft.com/office/drawing/2014/main" val="20002"/>
                    </a:ext>
                  </a:extLst>
                </a:gridCol>
              </a:tblGrid>
              <a:tr h="310670">
                <a:tc>
                  <a:txBody>
                    <a:bodyPr/>
                    <a:lstStyle/>
                    <a:p>
                      <a:pPr algn="ctr"/>
                      <a:r>
                        <a:rPr lang="en-US" sz="1400" dirty="0">
                          <a:latin typeface="Times New Roman" pitchFamily="18" charset="0"/>
                          <a:cs typeface="Times New Roman" pitchFamily="18" charset="0"/>
                        </a:rPr>
                        <a:t>Stack</a:t>
                      </a:r>
                    </a:p>
                  </a:txBody>
                  <a:tcPr marL="68580" marR="68580" marT="34290" marB="34290"/>
                </a:tc>
                <a:tc>
                  <a:txBody>
                    <a:bodyPr/>
                    <a:lstStyle/>
                    <a:p>
                      <a:pPr algn="ctr"/>
                      <a:r>
                        <a:rPr lang="en-US" sz="1400" dirty="0">
                          <a:latin typeface="Times New Roman" pitchFamily="18" charset="0"/>
                          <a:cs typeface="Times New Roman" pitchFamily="18" charset="0"/>
                        </a:rPr>
                        <a:t>Input</a:t>
                      </a:r>
                    </a:p>
                  </a:txBody>
                  <a:tcPr marL="68580" marR="68580" marT="34290" marB="34290"/>
                </a:tc>
                <a:tc>
                  <a:txBody>
                    <a:bodyPr/>
                    <a:lstStyle/>
                    <a:p>
                      <a:pPr algn="ctr"/>
                      <a:r>
                        <a:rPr lang="en-US" sz="1400" dirty="0">
                          <a:latin typeface="Times New Roman" pitchFamily="18" charset="0"/>
                          <a:cs typeface="Times New Roman" pitchFamily="18" charset="0"/>
                        </a:rPr>
                        <a:t>Action</a:t>
                      </a:r>
                    </a:p>
                  </a:txBody>
                  <a:tcPr marL="68580" marR="68580" marT="34290" marB="34290"/>
                </a:tc>
                <a:extLst>
                  <a:ext uri="{0D108BD9-81ED-4DB2-BD59-A6C34878D82A}">
                    <a16:rowId xmlns:a16="http://schemas.microsoft.com/office/drawing/2014/main" val="10000"/>
                  </a:ext>
                </a:extLst>
              </a:tr>
              <a:tr h="310670">
                <a:tc>
                  <a:txBody>
                    <a:bodyPr/>
                    <a:lstStyle/>
                    <a:p>
                      <a:r>
                        <a:rPr lang="en-US" sz="1400" dirty="0">
                          <a:latin typeface="Times New Roman" pitchFamily="18" charset="0"/>
                          <a:cs typeface="Times New Roman" pitchFamily="18" charset="0"/>
                        </a:rPr>
                        <a:t>0</a:t>
                      </a:r>
                    </a:p>
                  </a:txBody>
                  <a:tcPr marL="68580" marR="68580" marT="34290" marB="34290"/>
                </a:tc>
                <a:tc>
                  <a:txBody>
                    <a:bodyPr/>
                    <a:lstStyle/>
                    <a:p>
                      <a:r>
                        <a:rPr lang="en-US" sz="1400" dirty="0">
                          <a:latin typeface="Times New Roman" pitchFamily="18" charset="0"/>
                          <a:cs typeface="Times New Roman" pitchFamily="18" charset="0"/>
                        </a:rPr>
                        <a:t>id * 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1"/>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id</a:t>
                      </a:r>
                      <a:r>
                        <a:rPr lang="en-US" sz="1400" dirty="0">
                          <a:solidFill>
                            <a:srgbClr val="0070C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3"/>
                  </a:ext>
                </a:extLst>
              </a:tr>
              <a:tr h="310670">
                <a:tc>
                  <a:txBody>
                    <a:bodyPr/>
                    <a:lstStyle/>
                    <a:p>
                      <a:r>
                        <a:rPr lang="en-US" sz="1400" dirty="0">
                          <a:latin typeface="Times New Roman" pitchFamily="18" charset="0"/>
                          <a:cs typeface="Times New Roman" pitchFamily="18" charset="0"/>
                        </a:rPr>
                        <a:t>0T2</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S7</a:t>
                      </a:r>
                    </a:p>
                  </a:txBody>
                  <a:tcPr marL="68580" marR="68580" marT="34290" marB="34290"/>
                </a:tc>
                <a:extLst>
                  <a:ext uri="{0D108BD9-81ED-4DB2-BD59-A6C34878D82A}">
                    <a16:rowId xmlns:a16="http://schemas.microsoft.com/office/drawing/2014/main" val="10004"/>
                  </a:ext>
                </a:extLst>
              </a:tr>
              <a:tr h="310670">
                <a:tc>
                  <a:txBody>
                    <a:bodyPr/>
                    <a:lstStyle/>
                    <a:p>
                      <a:r>
                        <a:rPr lang="en-US" sz="1400" dirty="0">
                          <a:latin typeface="Times New Roman" pitchFamily="18" charset="0"/>
                          <a:cs typeface="Times New Roman" pitchFamily="18" charset="0"/>
                        </a:rPr>
                        <a:t>0T2*7</a:t>
                      </a:r>
                    </a:p>
                  </a:txBody>
                  <a:tcPr marL="68580" marR="68580" marT="34290" marB="34290"/>
                </a:tc>
                <a:tc>
                  <a:txBody>
                    <a:bodyPr/>
                    <a:lstStyle/>
                    <a:p>
                      <a:r>
                        <a:rPr lang="en-US" sz="1400" dirty="0">
                          <a:latin typeface="Times New Roman" pitchFamily="18" charset="0"/>
                          <a:cs typeface="Times New Roman" pitchFamily="18" charset="0"/>
                        </a:rPr>
                        <a:t>id + 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05"/>
                  </a:ext>
                </a:extLst>
              </a:tr>
              <a:tr h="310670">
                <a:tc>
                  <a:txBody>
                    <a:bodyPr/>
                    <a:lstStyle/>
                    <a:p>
                      <a:r>
                        <a:rPr lang="en-US" sz="1400" dirty="0">
                          <a:latin typeface="Times New Roman" pitchFamily="18" charset="0"/>
                          <a:cs typeface="Times New Roman" pitchFamily="18" charset="0"/>
                        </a:rPr>
                        <a:t>0T2*7</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6"/>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7</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10</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r3----</a:t>
                      </a:r>
                      <a:r>
                        <a:rPr lang="en-US" sz="1400" baseline="0" dirty="0">
                          <a:latin typeface="Times New Roman" pitchFamily="18" charset="0"/>
                          <a:cs typeface="Times New Roman" pitchFamily="18" charset="0"/>
                        </a:rPr>
                        <a:t>    T </a:t>
                      </a:r>
                      <a:r>
                        <a:rPr lang="en-US" sz="1400" baseline="0" dirty="0">
                          <a:latin typeface="Times New Roman" pitchFamily="18" charset="0"/>
                          <a:cs typeface="Times New Roman" pitchFamily="18" charset="0"/>
                          <a:sym typeface="Wingdings" pitchFamily="2" charset="2"/>
                        </a:rPr>
                        <a:t> T *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7"/>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2</a:t>
                      </a:r>
                    </a:p>
                  </a:txBody>
                  <a:tcPr marL="68580" marR="68580" marT="34290" marB="34290"/>
                </a:tc>
                <a:tc>
                  <a:txBody>
                    <a:bodyPr/>
                    <a:lstStyle/>
                    <a:p>
                      <a:r>
                        <a:rPr lang="en-US" sz="1400" dirty="0">
                          <a:latin typeface="Times New Roman" pitchFamily="18" charset="0"/>
                          <a:cs typeface="Times New Roman" pitchFamily="18" charset="0"/>
                        </a:rPr>
                        <a:t>+ id$</a:t>
                      </a:r>
                    </a:p>
                  </a:txBody>
                  <a:tcPr marL="68580" marR="68580" marT="34290" marB="34290"/>
                </a:tc>
                <a:tc>
                  <a:txBody>
                    <a:bodyPr/>
                    <a:lstStyle/>
                    <a:p>
                      <a:r>
                        <a:rPr lang="en-US" sz="1400" dirty="0">
                          <a:latin typeface="Times New Roman" pitchFamily="18" charset="0"/>
                          <a:cs typeface="Times New Roman" pitchFamily="18" charset="0"/>
                        </a:rPr>
                        <a:t>r2----</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08"/>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S6</a:t>
                      </a:r>
                    </a:p>
                  </a:txBody>
                  <a:tcPr marL="68580" marR="68580" marT="34290" marB="34290"/>
                </a:tc>
                <a:extLst>
                  <a:ext uri="{0D108BD9-81ED-4DB2-BD59-A6C34878D82A}">
                    <a16:rowId xmlns:a16="http://schemas.microsoft.com/office/drawing/2014/main" val="10009"/>
                  </a:ext>
                </a:extLst>
              </a:tr>
              <a:tr h="310670">
                <a:tc>
                  <a:txBody>
                    <a:bodyPr/>
                    <a:lstStyle/>
                    <a:p>
                      <a:r>
                        <a:rPr lang="en-US" sz="1400" dirty="0">
                          <a:latin typeface="Times New Roman" pitchFamily="18" charset="0"/>
                          <a:cs typeface="Times New Roman" pitchFamily="18" charset="0"/>
                        </a:rPr>
                        <a:t>0E1+6</a:t>
                      </a:r>
                    </a:p>
                  </a:txBody>
                  <a:tcPr marL="68580" marR="68580" marT="34290" marB="34290"/>
                </a:tc>
                <a:tc>
                  <a:txBody>
                    <a:bodyPr/>
                    <a:lstStyle/>
                    <a:p>
                      <a:r>
                        <a:rPr lang="en-US" sz="1400" dirty="0">
                          <a:latin typeface="Times New Roman" pitchFamily="18" charset="0"/>
                          <a:cs typeface="Times New Roman" pitchFamily="18" charset="0"/>
                        </a:rPr>
                        <a:t>id$</a:t>
                      </a:r>
                    </a:p>
                  </a:txBody>
                  <a:tcPr marL="68580" marR="68580" marT="34290" marB="34290"/>
                </a:tc>
                <a:tc>
                  <a:txBody>
                    <a:bodyPr/>
                    <a:lstStyle/>
                    <a:p>
                      <a:r>
                        <a:rPr lang="en-US" sz="1400" dirty="0">
                          <a:latin typeface="Times New Roman" pitchFamily="18" charset="0"/>
                          <a:cs typeface="Times New Roman" pitchFamily="18" charset="0"/>
                        </a:rPr>
                        <a:t>S5</a:t>
                      </a:r>
                    </a:p>
                  </a:txBody>
                  <a:tcPr marL="68580" marR="68580" marT="34290" marB="34290"/>
                </a:tc>
                <a:extLst>
                  <a:ext uri="{0D108BD9-81ED-4DB2-BD59-A6C34878D82A}">
                    <a16:rowId xmlns:a16="http://schemas.microsoft.com/office/drawing/2014/main" val="10010"/>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id</a:t>
                      </a:r>
                      <a:r>
                        <a:rPr lang="en-US" sz="1400" dirty="0">
                          <a:solidFill>
                            <a:srgbClr val="00B0F0"/>
                          </a:solidFill>
                          <a:latin typeface="Times New Roman" pitchFamily="18" charset="0"/>
                          <a:cs typeface="Times New Roman" pitchFamily="18" charset="0"/>
                        </a:rPr>
                        <a:t>5</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r6----</a:t>
                      </a:r>
                      <a:r>
                        <a:rPr lang="en-US" sz="1400" baseline="0" dirty="0">
                          <a:latin typeface="Times New Roman" pitchFamily="18" charset="0"/>
                          <a:cs typeface="Times New Roman" pitchFamily="18" charset="0"/>
                        </a:rPr>
                        <a:t>    F </a:t>
                      </a:r>
                      <a:r>
                        <a:rPr lang="en-US" sz="1400" baseline="0" dirty="0">
                          <a:latin typeface="Times New Roman" pitchFamily="18" charset="0"/>
                          <a:cs typeface="Times New Roman" pitchFamily="18" charset="0"/>
                          <a:sym typeface="Wingdings" pitchFamily="2" charset="2"/>
                        </a:rPr>
                        <a:t> id</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1"/>
                  </a:ext>
                </a:extLst>
              </a:tr>
              <a:tr h="310670">
                <a:tc>
                  <a:txBody>
                    <a:bodyPr/>
                    <a:lstStyle/>
                    <a:p>
                      <a:r>
                        <a:rPr lang="en-US" sz="1400" dirty="0">
                          <a:latin typeface="Times New Roman" pitchFamily="18" charset="0"/>
                          <a:cs typeface="Times New Roman" pitchFamily="18" charset="0"/>
                        </a:rPr>
                        <a:t>0E1+6</a:t>
                      </a:r>
                      <a:r>
                        <a:rPr lang="en-US" sz="1400" dirty="0">
                          <a:solidFill>
                            <a:srgbClr val="FF0000"/>
                          </a:solidFill>
                          <a:latin typeface="Times New Roman" pitchFamily="18" charset="0"/>
                          <a:cs typeface="Times New Roman" pitchFamily="18" charset="0"/>
                        </a:rPr>
                        <a:t>F</a:t>
                      </a:r>
                      <a:r>
                        <a:rPr lang="en-US" sz="1400" dirty="0">
                          <a:solidFill>
                            <a:srgbClr val="00B0F0"/>
                          </a:solidFill>
                          <a:latin typeface="Times New Roman" pitchFamily="18" charset="0"/>
                          <a:cs typeface="Times New Roman" pitchFamily="18" charset="0"/>
                        </a:rPr>
                        <a:t>3</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r4---    T </a:t>
                      </a:r>
                      <a:r>
                        <a:rPr lang="en-US" sz="1400" dirty="0">
                          <a:latin typeface="Times New Roman" pitchFamily="18" charset="0"/>
                          <a:cs typeface="Times New Roman" pitchFamily="18" charset="0"/>
                          <a:sym typeface="Wingdings" pitchFamily="2" charset="2"/>
                        </a:rPr>
                        <a:t> F</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2"/>
                  </a:ext>
                </a:extLst>
              </a:tr>
              <a:tr h="310670">
                <a:tc>
                  <a:txBody>
                    <a:bodyPr/>
                    <a:lstStyle/>
                    <a:p>
                      <a:r>
                        <a:rPr lang="en-US" sz="1400" dirty="0">
                          <a:latin typeface="Times New Roman" pitchFamily="18" charset="0"/>
                          <a:cs typeface="Times New Roman" pitchFamily="18" charset="0"/>
                        </a:rPr>
                        <a:t>0</a:t>
                      </a:r>
                      <a:r>
                        <a:rPr lang="en-US" sz="1400" dirty="0">
                          <a:solidFill>
                            <a:srgbClr val="FF0000"/>
                          </a:solidFill>
                          <a:latin typeface="Times New Roman" pitchFamily="18" charset="0"/>
                          <a:cs typeface="Times New Roman" pitchFamily="18" charset="0"/>
                        </a:rPr>
                        <a:t>E</a:t>
                      </a:r>
                      <a:r>
                        <a:rPr lang="en-US" sz="1400" dirty="0">
                          <a:solidFill>
                            <a:srgbClr val="00B0F0"/>
                          </a:solidFill>
                          <a:latin typeface="Times New Roman" pitchFamily="18" charset="0"/>
                          <a:cs typeface="Times New Roman" pitchFamily="18" charset="0"/>
                        </a:rPr>
                        <a:t>1</a:t>
                      </a:r>
                      <a:r>
                        <a:rPr lang="en-US" sz="1400" dirty="0">
                          <a:solidFill>
                            <a:srgbClr val="FF0000"/>
                          </a:solidFill>
                          <a:latin typeface="Times New Roman" pitchFamily="18" charset="0"/>
                          <a:cs typeface="Times New Roman" pitchFamily="18" charset="0"/>
                        </a:rPr>
                        <a:t>+</a:t>
                      </a:r>
                      <a:r>
                        <a:rPr lang="en-US" sz="1400" dirty="0">
                          <a:solidFill>
                            <a:srgbClr val="00B0F0"/>
                          </a:solidFill>
                          <a:latin typeface="Times New Roman" pitchFamily="18" charset="0"/>
                          <a:cs typeface="Times New Roman" pitchFamily="18" charset="0"/>
                        </a:rPr>
                        <a:t>6</a:t>
                      </a:r>
                      <a:r>
                        <a:rPr lang="en-US" sz="1400" dirty="0">
                          <a:solidFill>
                            <a:srgbClr val="FF0000"/>
                          </a:solidFill>
                          <a:latin typeface="Times New Roman" pitchFamily="18" charset="0"/>
                          <a:cs typeface="Times New Roman" pitchFamily="18" charset="0"/>
                        </a:rPr>
                        <a:t>T</a:t>
                      </a:r>
                      <a:r>
                        <a:rPr lang="en-US" sz="1400" dirty="0">
                          <a:solidFill>
                            <a:srgbClr val="00B0F0"/>
                          </a:solidFill>
                          <a:latin typeface="Times New Roman" pitchFamily="18" charset="0"/>
                          <a:cs typeface="Times New Roman" pitchFamily="18" charset="0"/>
                        </a:rPr>
                        <a:t>9</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latin typeface="Times New Roman" pitchFamily="18" charset="0"/>
                          <a:cs typeface="Times New Roman" pitchFamily="18" charset="0"/>
                        </a:rPr>
                        <a:t>r1----</a:t>
                      </a:r>
                      <a:r>
                        <a:rPr lang="en-US" sz="1400" baseline="0" dirty="0">
                          <a:latin typeface="Times New Roman" pitchFamily="18" charset="0"/>
                          <a:cs typeface="Times New Roman" pitchFamily="18" charset="0"/>
                        </a:rPr>
                        <a:t>    E </a:t>
                      </a:r>
                      <a:r>
                        <a:rPr lang="en-US" sz="1400" baseline="0" dirty="0">
                          <a:latin typeface="Times New Roman" pitchFamily="18" charset="0"/>
                          <a:cs typeface="Times New Roman" pitchFamily="18" charset="0"/>
                          <a:sym typeface="Wingdings" pitchFamily="2" charset="2"/>
                        </a:rPr>
                        <a:t> E + T</a:t>
                      </a:r>
                      <a:endParaRPr lang="en-US" sz="1400" dirty="0">
                        <a:latin typeface="Times New Roman" pitchFamily="18" charset="0"/>
                        <a:cs typeface="Times New Roman" pitchFamily="18" charset="0"/>
                      </a:endParaRPr>
                    </a:p>
                  </a:txBody>
                  <a:tcPr marL="68580" marR="68580" marT="34290" marB="34290"/>
                </a:tc>
                <a:extLst>
                  <a:ext uri="{0D108BD9-81ED-4DB2-BD59-A6C34878D82A}">
                    <a16:rowId xmlns:a16="http://schemas.microsoft.com/office/drawing/2014/main" val="10013"/>
                  </a:ext>
                </a:extLst>
              </a:tr>
              <a:tr h="310670">
                <a:tc>
                  <a:txBody>
                    <a:bodyPr/>
                    <a:lstStyle/>
                    <a:p>
                      <a:r>
                        <a:rPr lang="en-US" sz="1400" dirty="0">
                          <a:latin typeface="Times New Roman" pitchFamily="18" charset="0"/>
                          <a:cs typeface="Times New Roman" pitchFamily="18" charset="0"/>
                        </a:rPr>
                        <a:t>0E1</a:t>
                      </a:r>
                    </a:p>
                  </a:txBody>
                  <a:tcPr marL="68580" marR="68580" marT="34290" marB="34290"/>
                </a:tc>
                <a:tc>
                  <a:txBody>
                    <a:bodyPr/>
                    <a:lstStyle/>
                    <a:p>
                      <a:r>
                        <a:rPr lang="en-US" sz="1400" dirty="0">
                          <a:latin typeface="Times New Roman" pitchFamily="18" charset="0"/>
                          <a:cs typeface="Times New Roman" pitchFamily="18" charset="0"/>
                        </a:rPr>
                        <a:t>$</a:t>
                      </a:r>
                    </a:p>
                  </a:txBody>
                  <a:tcPr marL="68580" marR="68580" marT="34290" marB="34290"/>
                </a:tc>
                <a:tc>
                  <a:txBody>
                    <a:bodyPr/>
                    <a:lstStyle/>
                    <a:p>
                      <a:r>
                        <a:rPr lang="en-US" sz="1400" dirty="0">
                          <a:solidFill>
                            <a:srgbClr val="00B0F0"/>
                          </a:solidFill>
                          <a:latin typeface="Times New Roman" pitchFamily="18" charset="0"/>
                          <a:cs typeface="Times New Roman" pitchFamily="18" charset="0"/>
                        </a:rPr>
                        <a:t>accept</a:t>
                      </a:r>
                    </a:p>
                  </a:txBody>
                  <a:tcPr marL="68580" marR="68580" marT="34290" marB="34290"/>
                </a:tc>
                <a:extLst>
                  <a:ext uri="{0D108BD9-81ED-4DB2-BD59-A6C34878D82A}">
                    <a16:rowId xmlns:a16="http://schemas.microsoft.com/office/drawing/2014/main" val="10014"/>
                  </a:ext>
                </a:extLst>
              </a:tr>
            </a:tbl>
          </a:graphicData>
        </a:graphic>
      </p:graphicFrame>
      <p:sp>
        <p:nvSpPr>
          <p:cNvPr id="7" name="TextBox 6"/>
          <p:cNvSpPr txBox="1"/>
          <p:nvPr/>
        </p:nvSpPr>
        <p:spPr>
          <a:xfrm>
            <a:off x="7277671" y="918650"/>
            <a:ext cx="1842448" cy="1338828"/>
          </a:xfrm>
          <a:prstGeom prst="rect">
            <a:avLst/>
          </a:prstGeom>
          <a:noFill/>
        </p:spPr>
        <p:txBody>
          <a:bodyPr wrap="square" rtlCol="0">
            <a:spAutoFit/>
          </a:bodyPr>
          <a:lstStyle/>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E + T   ---------r1 </a:t>
            </a:r>
          </a:p>
          <a:p>
            <a:r>
              <a:rPr lang="en-US" sz="1350" dirty="0">
                <a:latin typeface="Times New Roman" panose="02020603050405020304" pitchFamily="18" charset="0"/>
                <a:cs typeface="Times New Roman" panose="02020603050405020304" pitchFamily="18" charset="0"/>
              </a:rPr>
              <a:t>E  </a:t>
            </a:r>
            <a:r>
              <a:rPr lang="en-US" sz="1350" dirty="0">
                <a:latin typeface="Times New Roman" panose="02020603050405020304" pitchFamily="18" charset="0"/>
                <a:cs typeface="Times New Roman" panose="02020603050405020304" pitchFamily="18" charset="0"/>
                <a:sym typeface="Wingdings" panose="05000000000000000000" pitchFamily="2" charset="2"/>
              </a:rPr>
              <a:t>  T----------------r2</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T * F -----------r3</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T    F----------------r4</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(E)--------------r5</a:t>
            </a:r>
          </a:p>
          <a:p>
            <a:r>
              <a:rPr lang="en-US" sz="1350" dirty="0">
                <a:latin typeface="Times New Roman" panose="02020603050405020304" pitchFamily="18" charset="0"/>
                <a:cs typeface="Times New Roman" panose="02020603050405020304" pitchFamily="18" charset="0"/>
                <a:sym typeface="Wingdings" panose="05000000000000000000" pitchFamily="2" charset="2"/>
              </a:rPr>
              <a:t>F    id----------------r6</a:t>
            </a:r>
          </a:p>
        </p:txBody>
      </p:sp>
      <p:sp>
        <p:nvSpPr>
          <p:cNvPr id="8" name="Rectangle 7"/>
          <p:cNvSpPr/>
          <p:nvPr/>
        </p:nvSpPr>
        <p:spPr>
          <a:xfrm>
            <a:off x="7318612" y="2181447"/>
            <a:ext cx="1801505" cy="1164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When we get S#, it means shift the first symbol from input and number follow by S from action to stack</a:t>
            </a:r>
          </a:p>
        </p:txBody>
      </p:sp>
      <p:sp>
        <p:nvSpPr>
          <p:cNvPr id="10" name="Rectangle 9"/>
          <p:cNvSpPr/>
          <p:nvPr/>
        </p:nvSpPr>
        <p:spPr>
          <a:xfrm>
            <a:off x="7330552" y="3409483"/>
            <a:ext cx="1801505" cy="1478921"/>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When we get r#, it means use that production from the grammar, count the symbol on right side of the product, multiply them by 2, and reduce symbols from stack equal to that result.</a:t>
            </a:r>
          </a:p>
        </p:txBody>
      </p:sp>
      <p:sp>
        <p:nvSpPr>
          <p:cNvPr id="11" name="Rectangle 10"/>
          <p:cNvSpPr/>
          <p:nvPr/>
        </p:nvSpPr>
        <p:spPr>
          <a:xfrm>
            <a:off x="7322020" y="4950528"/>
            <a:ext cx="1801505" cy="918296"/>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 get a numerical value on top of the stack use the non-terminal  on the top of the stack with digit on stack in Parsing Table.</a:t>
            </a:r>
          </a:p>
        </p:txBody>
      </p:sp>
    </p:spTree>
    <p:extLst>
      <p:ext uri="{BB962C8B-B14F-4D97-AF65-F5344CB8AC3E}">
        <p14:creationId xmlns:p14="http://schemas.microsoft.com/office/powerpoint/2010/main" val="1992825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11629</TotalTime>
  <Words>17135</Words>
  <Application>Microsoft Office PowerPoint</Application>
  <PresentationFormat>On-screen Show (4:3)</PresentationFormat>
  <Paragraphs>4738</Paragraphs>
  <Slides>141</Slides>
  <Notes>0</Notes>
  <HiddenSlides>0</HiddenSlides>
  <MMClips>0</MMClips>
  <ScaleCrop>false</ScaleCrop>
  <HeadingPairs>
    <vt:vector size="4" baseType="variant">
      <vt:variant>
        <vt:lpstr>Theme</vt:lpstr>
      </vt:variant>
      <vt:variant>
        <vt:i4>1</vt:i4>
      </vt:variant>
      <vt:variant>
        <vt:lpstr>Slide Titles</vt:lpstr>
      </vt:variant>
      <vt:variant>
        <vt:i4>141</vt:i4>
      </vt:variant>
    </vt:vector>
  </HeadingPairs>
  <TitlesOfParts>
    <vt:vector size="142" baseType="lpstr">
      <vt:lpstr>Clarity</vt:lpstr>
      <vt:lpstr>Compiler construction</vt:lpstr>
      <vt:lpstr>Parsers</vt:lpstr>
      <vt:lpstr>Parsers</vt:lpstr>
      <vt:lpstr>Parsers</vt:lpstr>
      <vt:lpstr>Parsers</vt:lpstr>
      <vt:lpstr>Parsers</vt:lpstr>
      <vt:lpstr>Parsers</vt:lpstr>
      <vt:lpstr>LR(K) Parser </vt:lpstr>
      <vt:lpstr>LR(0) Parser </vt:lpstr>
      <vt:lpstr>LR(0) Parser </vt:lpstr>
      <vt:lpstr>LR(0) Parser </vt:lpstr>
      <vt:lpstr>LR(0) Parser </vt:lpstr>
      <vt:lpstr>LR(0) Parser </vt:lpstr>
      <vt:lpstr>LR(0) Parser </vt:lpstr>
      <vt:lpstr>LR(0) Parser </vt:lpstr>
      <vt:lpstr>SLR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dc:title>
  <dc:creator>Anam</dc:creator>
  <cp:lastModifiedBy>923312302358</cp:lastModifiedBy>
  <cp:revision>727</cp:revision>
  <dcterms:created xsi:type="dcterms:W3CDTF">2017-08-14T18:02:58Z</dcterms:created>
  <dcterms:modified xsi:type="dcterms:W3CDTF">2025-01-10T06:28:07Z</dcterms:modified>
</cp:coreProperties>
</file>