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3203-F74E-842F-39C1-1C47C0348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EF850-7448-E707-6783-F093E50D2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F6729-D712-FEDB-07E8-80414C09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E050D-A646-F9EF-46FF-48DF65FD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B46C4-BB3B-AFD6-B80C-5C677C72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7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DF30-9C92-5955-6906-574FA1CF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F1BD-F2EB-A691-67FF-5EE59BC4E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6080-E549-F94C-9034-01CC4CFE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24AAC-1094-AFE6-26E2-304C3321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34FAF-96EB-3461-B4D3-1DA979BD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58FD-BC52-FB57-4D82-C163C5259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323C2-BC1B-8696-36DF-1157B07F1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4B5E-0014-DF92-6B44-DC256A80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B894C-D906-E404-73D0-DE00F968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40C8B-F9BD-273D-47CF-4D98E4B5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94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478C-49CE-C4F9-C9D2-D54AE00D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299C-58CD-DF3E-BB37-D54192ABD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9E3B2-2C57-6DFA-555D-98B558CDD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49363-BD12-05A4-5164-324F4DFD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8F196-A9D6-E216-82B5-3BB077D1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B8F52-D819-FF5D-4464-F3CF96D5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8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CAA9-D733-7CC9-2061-4494CBFB9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F26D4-9577-5BB8-0E55-23BB9DCD3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5B59A-DFC7-01BE-055B-2312DA91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7F400-A217-D6A1-3586-F5A5272B1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2FD6B-8F10-542F-D449-CC22E9580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CBC3A-A86D-5DB1-26BA-3CC02F71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70607C-F029-3D14-6FA4-780C9EA8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8C10ED-788A-3834-C0B2-1C101680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3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03E8-55C9-4AC5-8D60-4503EDDA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C803A-1BB0-6F93-0EF1-7C1C7C92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057A5-3A9B-5178-B03A-C7F3643D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C979D-F564-E294-77BF-9FF2C712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9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709C2-7B6D-50DD-A468-BCC28C47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D72D0A-AFE6-222B-2BB9-C11E9B9E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8FD84-E25F-6135-4F86-2B190437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5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DC15-0247-1338-49EE-E3D08E63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22B30-8607-4AE1-BF4B-C54999C71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C2FE2-AED7-661B-7D77-175ED3268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9AA9F-2155-2C77-2E89-3DBC7C2D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35F2D-20CE-B810-CDD7-41B7149C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89C13-62C5-FC7B-F41F-E470364F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2BDE-EF9C-3320-0545-FB3AE782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B2A04-35A5-ED03-74FC-98C3A2026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B8677-280A-4290-F7AE-37B93A948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94C77-2EA8-371E-5CC1-43A19EFB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FE576-6199-C9DC-FCEF-435C79DF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98DFB-19E1-E98F-90C9-74DBA270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96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3D60-32EB-1FE0-B492-3DA2D1E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590B1-662B-F28A-C0A5-FD19E4A60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A469-7B0D-4669-2A69-93FF09C6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7F5C2-8047-7DF9-C644-6A0A7CC7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FDF22-922B-A366-C7A6-C5236DDA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1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3669E-B792-D9D5-A1F5-976AD3497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25E11-4001-65DD-94D8-DB3F7632C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59C3B-8528-57CF-C8FC-5FF039E8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F46CC-D783-D9EA-A3A6-FEE58DE8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AFC8-CE3B-17BF-FF32-CFE8DF7B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2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D2038-86E3-8C38-6F57-3B5B3FEA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EE6AA-5957-5BCF-7943-0A5C54C60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F2B4D-51BA-4595-90DA-25892FDCB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48BF8-022C-4962-BC4F-D7C9BCA43C6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59546-6334-9149-DF38-020D2ACE9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3E84C-1331-922B-8CA7-B693EC4F9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299E7-C890-4DAA-80F7-8F4585B9F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3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BFB7-196C-7591-7A44-BB8540658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Compiler Construction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4BAFD-83B8-D381-61D3-D8D5A2D7B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Mehwish Wahid Khan </a:t>
            </a:r>
          </a:p>
        </p:txBody>
      </p:sp>
    </p:spTree>
    <p:extLst>
      <p:ext uri="{BB962C8B-B14F-4D97-AF65-F5344CB8AC3E}">
        <p14:creationId xmlns:p14="http://schemas.microsoft.com/office/powerpoint/2010/main" val="341015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30E1-2166-00D6-B2C0-2D1EF526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</a:t>
            </a:r>
            <a:r>
              <a:rPr lang="en-US" sz="44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OBJECTIVE:</a:t>
            </a:r>
            <a:b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11D4-C3FD-2452-8D53-94D7D034E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005"/>
            <a:ext cx="10515600" cy="4351338"/>
          </a:xfrm>
        </p:spPr>
        <p:txBody>
          <a:bodyPr/>
          <a:lstStyle/>
          <a:p>
            <a:pPr marR="212725" algn="just">
              <a:spcBef>
                <a:spcPts val="0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 an understanding of the fundamental principles in Compiler Construction. </a:t>
            </a:r>
          </a:p>
          <a:p>
            <a:pPr marR="212725" algn="just">
              <a:spcBef>
                <a:spcPts val="0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 the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 of mapping and design a self-developed language to implement different parsing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techniques in order to make efficient parsers. </a:t>
            </a:r>
          </a:p>
          <a:p>
            <a:pPr marR="212725" algn="just">
              <a:spcBef>
                <a:spcPts val="0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 the skills needed for building compilers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various situations that one may</a:t>
            </a:r>
            <a:r>
              <a:rPr lang="en-US" sz="3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encounter in</a:t>
            </a:r>
            <a:r>
              <a:rPr lang="en-US" sz="3200" spc="-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career in Computer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914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72B4-B8B5-8B0C-56A8-40A26B01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</a:t>
            </a:r>
            <a:r>
              <a:rPr lang="en-US" sz="4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OUTLINE:</a:t>
            </a:r>
            <a:b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159A-F0D7-8463-57B2-61A9CDE92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353677"/>
            <a:ext cx="10515600" cy="4351338"/>
          </a:xfrm>
        </p:spPr>
        <p:txBody>
          <a:bodyPr/>
          <a:lstStyle/>
          <a:p>
            <a:pPr marL="247650" marR="274955" algn="just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latin typeface="Times New Roman" panose="02020603050405020304" pitchFamily="18" charset="0"/>
              </a:rPr>
              <a:t>Introduction to Interpreter and compilers , phases of compiler.</a:t>
            </a:r>
          </a:p>
          <a:p>
            <a:pPr marL="190500" marR="274955" algn="just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Compiler Techniques and Methodology. </a:t>
            </a:r>
          </a:p>
          <a:p>
            <a:pPr marL="190500" marR="274955" algn="just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Organization of</a:t>
            </a:r>
            <a:r>
              <a:rPr lang="en-US" sz="3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Compliers.</a:t>
            </a:r>
            <a:r>
              <a:rPr lang="en-US" sz="3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647700" marR="274955" lvl="1" algn="just">
              <a:spcBef>
                <a:spcPts val="0"/>
              </a:spcBef>
            </a:pPr>
            <a:r>
              <a:rPr lang="en-US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Lexical</a:t>
            </a:r>
            <a:r>
              <a:rPr lang="en-US" sz="32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32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Syntax</a:t>
            </a:r>
            <a:r>
              <a:rPr lang="en-US" sz="32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Analysis.</a:t>
            </a:r>
          </a:p>
          <a:p>
            <a:pPr marL="647700" marR="274955" lvl="1" algn="just">
              <a:spcBef>
                <a:spcPts val="0"/>
              </a:spcBef>
            </a:pPr>
            <a:r>
              <a:rPr lang="en-US" sz="32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Parsing</a:t>
            </a:r>
            <a:r>
              <a:rPr lang="en-US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techniques,</a:t>
            </a:r>
            <a:r>
              <a:rPr lang="en-US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</a:t>
            </a:r>
            <a:r>
              <a:rPr lang="en-US" sz="32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32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parsers,</a:t>
            </a:r>
            <a:r>
              <a:rPr lang="en-US" sz="32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en-US" sz="32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checking,</a:t>
            </a:r>
            <a:r>
              <a:rPr lang="en-US" sz="32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Semantic</a:t>
            </a:r>
            <a:r>
              <a:rPr lang="en-US" sz="32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analyzer, Object code generation and optimization, detection and recovery from errors. Contrast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compilers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interpreter.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96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8F4B-E059-F951-0575-2D76BACF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38"/>
            <a:ext cx="10515600" cy="1325563"/>
          </a:xfrm>
        </p:spPr>
        <p:txBody>
          <a:bodyPr/>
          <a:lstStyle/>
          <a:p>
            <a:r>
              <a:rPr lang="en-US" dirty="0"/>
              <a:t>Course learning objectives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5457A3-CE16-AA7D-5E4F-38845BE5C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1655" y="1572701"/>
            <a:ext cx="11579259" cy="418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70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E19C-3A00-F1BC-0D06-648F3AC7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tool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0006B-FFC0-B53D-C91D-4EB05D204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7112" y="1931453"/>
            <a:ext cx="14598332" cy="423337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A2C0F4-4DC0-5DED-FA94-875256AB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6652" cy="4879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59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2972-FC41-73C1-B0AB-0DEFBFD2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Policy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9A3CE-073F-80FB-90EF-0A98F2B3F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Assessment</a:t>
            </a:r>
            <a:r>
              <a:rPr lang="en-US" sz="18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Tools:</a:t>
            </a:r>
          </a:p>
          <a:p>
            <a:pPr lvl="1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Quizzes           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10 marks</a:t>
            </a: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Assignments   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 10 marks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Midterm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30 marks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      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50 marks</a:t>
            </a:r>
          </a:p>
          <a:p>
            <a:pPr marL="457200" lvl="1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19050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Recommended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Book:</a:t>
            </a:r>
          </a:p>
          <a:p>
            <a:pPr marL="0" marR="66040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47700" algn="l"/>
                <a:tab pos="648335" algn="l"/>
              </a:tabLs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Aho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(2015)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Compilers: Principles, techniques, and Tools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India: Pearson India</a:t>
            </a:r>
            <a:r>
              <a:rPr lang="en-US" sz="1800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Education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</a:p>
          <a:p>
            <a:pPr marL="0" marR="66040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47700" algn="l"/>
                <a:tab pos="648335" algn="l"/>
              </a:tabLst>
            </a:pPr>
            <a:r>
              <a:rPr lang="en-US" sz="18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Services.</a:t>
            </a:r>
          </a:p>
          <a:p>
            <a:pPr marR="660400">
              <a:lnSpc>
                <a:spcPct val="115000"/>
              </a:lnSpc>
              <a:spcBef>
                <a:spcPts val="0"/>
              </a:spcBef>
              <a:tabLst>
                <a:tab pos="647700" algn="l"/>
                <a:tab pos="648335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 Books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0" marR="66040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47700" algn="l"/>
                <a:tab pos="648335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Holub, A.I. (2006) Compiler design in C. New Delhi: Prentice-Hall of India.</a:t>
            </a:r>
          </a:p>
          <a:p>
            <a:pPr marR="660400">
              <a:lnSpc>
                <a:spcPct val="115000"/>
              </a:lnSpc>
              <a:spcBef>
                <a:spcPts val="0"/>
              </a:spcBef>
              <a:tabLst>
                <a:tab pos="647700" algn="l"/>
                <a:tab pos="648335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Keith D. Cooper , Linda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Torczon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(2022) Engineering a Compiler. Elsevier Science</a:t>
            </a:r>
          </a:p>
          <a:p>
            <a:pPr marL="0" marR="66040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47700" algn="l"/>
                <a:tab pos="648335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66040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47700" algn="l"/>
                <a:tab pos="648335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3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</TotalTime>
  <Words>224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Compiler Construction </vt:lpstr>
      <vt:lpstr>COURSE OBJECTIVE: </vt:lpstr>
      <vt:lpstr>COURSE OUTLINE: </vt:lpstr>
      <vt:lpstr>Course learning objectives</vt:lpstr>
      <vt:lpstr>Assessment tool </vt:lpstr>
      <vt:lpstr>Grading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mehwish wahid</dc:creator>
  <cp:lastModifiedBy>mehwish wahid</cp:lastModifiedBy>
  <cp:revision>1</cp:revision>
  <dcterms:created xsi:type="dcterms:W3CDTF">2024-10-15T19:00:42Z</dcterms:created>
  <dcterms:modified xsi:type="dcterms:W3CDTF">2024-10-17T05:10:49Z</dcterms:modified>
</cp:coreProperties>
</file>